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7" r:id="rId2"/>
    <p:sldId id="259" r:id="rId3"/>
    <p:sldId id="262" r:id="rId4"/>
    <p:sldId id="263"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8"/>
    <p:restoredTop sz="74751"/>
  </p:normalViewPr>
  <p:slideViewPr>
    <p:cSldViewPr snapToGrid="0">
      <p:cViewPr>
        <p:scale>
          <a:sx n="87" d="100"/>
          <a:sy n="87" d="100"/>
        </p:scale>
        <p:origin x="1728"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A41B67-07A0-3647-AF00-B0FC215849EB}" type="datetimeFigureOut">
              <a:rPr lang="en-US" smtClean="0"/>
              <a:t>11/21/24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52E018-F8EC-D349-B2C1-0EFDC8FE2FF4}" type="slidenum">
              <a:rPr lang="en-US" smtClean="0"/>
              <a:t>‹#›</a:t>
            </a:fld>
            <a:endParaRPr lang="en-US"/>
          </a:p>
        </p:txBody>
      </p:sp>
    </p:spTree>
    <p:extLst>
      <p:ext uri="{BB962C8B-B14F-4D97-AF65-F5344CB8AC3E}">
        <p14:creationId xmlns:p14="http://schemas.microsoft.com/office/powerpoint/2010/main" val="20326433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scene</a:t>
            </a:r>
          </a:p>
          <a:p>
            <a:endParaRPr lang="en-US" dirty="0"/>
          </a:p>
          <a:p>
            <a:r>
              <a:rPr lang="en-US" dirty="0"/>
              <a:t>https://</a:t>
            </a:r>
            <a:r>
              <a:rPr lang="en-US" dirty="0" err="1"/>
              <a:t>www.reddit.com</a:t>
            </a:r>
            <a:r>
              <a:rPr lang="en-US" dirty="0"/>
              <a:t>/r/</a:t>
            </a:r>
            <a:r>
              <a:rPr lang="en-US" dirty="0" err="1"/>
              <a:t>relationship_advice</a:t>
            </a:r>
            <a:r>
              <a:rPr lang="en-US" dirty="0"/>
              <a:t>/comments/1dp4ae5/i_24m_am_hopelessly_in_love_with_my_24m_childhood/ </a:t>
            </a:r>
          </a:p>
          <a:p>
            <a:endParaRPr lang="en-US" dirty="0"/>
          </a:p>
          <a:p>
            <a:r>
              <a:rPr lang="en-US" dirty="0"/>
              <a:t>I (24M) am hopelessly in love with my (24M) childhood </a:t>
            </a:r>
            <a:r>
              <a:rPr lang="en-US" dirty="0" err="1"/>
              <a:t>bff</a:t>
            </a:r>
            <a:r>
              <a:rPr lang="en-US" dirty="0"/>
              <a:t> who's also queer, what should I do? We've known each other for about 17 years now, we were really good friends and became extremely close when we came out to each other (him as gay, me as bi) at 22. Since then, I've recently started developing feelings for him now that I truly know the real him, without any filters in fear of being judged.</a:t>
            </a:r>
          </a:p>
          <a:p>
            <a:endParaRPr lang="en-US" dirty="0"/>
          </a:p>
          <a:p>
            <a:r>
              <a:rPr lang="en-US" dirty="0"/>
              <a:t>There's just one problem, I used to call him as "my brother" constantly (because at the time he always felt like the brother I never had), so I fear that I've completely ruined any chances of him looking at me in a romantic light. And from what I know about him, he's into thin men with mustaches and light facial hair, which I'm definitely not. I don't think I can ever tell him because I don't want to ruin our friendship, it means so much to me.</a:t>
            </a:r>
          </a:p>
          <a:p>
            <a:endParaRPr lang="en-US" dirty="0"/>
          </a:p>
          <a:p>
            <a:r>
              <a:rPr lang="en-US" dirty="0"/>
              <a:t>So what should I do? Do I bide my time and try to make romantic gestures to make him consider me as an option? Do I try to be more forward? Or do I just do nothing so I don't ruin our beautiful friendship?</a:t>
            </a:r>
          </a:p>
          <a:p>
            <a:endParaRPr lang="en-US" dirty="0"/>
          </a:p>
        </p:txBody>
      </p:sp>
      <p:sp>
        <p:nvSpPr>
          <p:cNvPr id="4" name="Slide Number Placeholder 3"/>
          <p:cNvSpPr>
            <a:spLocks noGrp="1"/>
          </p:cNvSpPr>
          <p:nvPr>
            <p:ph type="sldNum" sz="quarter" idx="5"/>
          </p:nvPr>
        </p:nvSpPr>
        <p:spPr/>
        <p:txBody>
          <a:bodyPr/>
          <a:lstStyle/>
          <a:p>
            <a:fld id="{4452E018-F8EC-D349-B2C1-0EFDC8FE2FF4}" type="slidenum">
              <a:rPr lang="en-US" smtClean="0"/>
              <a:t>1</a:t>
            </a:fld>
            <a:endParaRPr lang="en-US"/>
          </a:p>
        </p:txBody>
      </p:sp>
    </p:spTree>
    <p:extLst>
      <p:ext uri="{BB962C8B-B14F-4D97-AF65-F5344CB8AC3E}">
        <p14:creationId xmlns:p14="http://schemas.microsoft.com/office/powerpoint/2010/main" val="3049596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a:t>
            </a:r>
          </a:p>
          <a:p>
            <a:r>
              <a:rPr lang="en-US" dirty="0"/>
              <a:t>What would we call the empathy seeker in this game?</a:t>
            </a:r>
          </a:p>
        </p:txBody>
      </p:sp>
      <p:sp>
        <p:nvSpPr>
          <p:cNvPr id="4" name="Slide Number Placeholder 3"/>
          <p:cNvSpPr>
            <a:spLocks noGrp="1"/>
          </p:cNvSpPr>
          <p:nvPr>
            <p:ph type="sldNum" sz="quarter" idx="5"/>
          </p:nvPr>
        </p:nvSpPr>
        <p:spPr/>
        <p:txBody>
          <a:bodyPr/>
          <a:lstStyle/>
          <a:p>
            <a:fld id="{4452E018-F8EC-D349-B2C1-0EFDC8FE2FF4}" type="slidenum">
              <a:rPr lang="en-US" smtClean="0"/>
              <a:t>2</a:t>
            </a:fld>
            <a:endParaRPr lang="en-US"/>
          </a:p>
        </p:txBody>
      </p:sp>
    </p:spTree>
    <p:extLst>
      <p:ext uri="{BB962C8B-B14F-4D97-AF65-F5344CB8AC3E}">
        <p14:creationId xmlns:p14="http://schemas.microsoft.com/office/powerpoint/2010/main" val="4034232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9476B-29AF-535D-DF07-3CF1091384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ACA6D2-EEB7-A1BD-AFCF-6BE5111224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452442-96A6-30B6-771D-11A29CD54781}"/>
              </a:ext>
            </a:extLst>
          </p:cNvPr>
          <p:cNvSpPr>
            <a:spLocks noGrp="1"/>
          </p:cNvSpPr>
          <p:nvPr>
            <p:ph type="body" idx="1"/>
          </p:nvPr>
        </p:nvSpPr>
        <p:spPr/>
        <p:txBody>
          <a:bodyPr/>
          <a:lstStyle/>
          <a:p>
            <a:r>
              <a:rPr lang="en-US" dirty="0"/>
              <a:t>Questions: </a:t>
            </a:r>
          </a:p>
          <a:p>
            <a:r>
              <a:rPr lang="en-US" dirty="0"/>
              <a:t>What would we call the empathy seeker in this game?</a:t>
            </a:r>
          </a:p>
          <a:p>
            <a:endParaRPr lang="en-US" dirty="0"/>
          </a:p>
          <a:p>
            <a:r>
              <a:rPr lang="en-US" dirty="0"/>
              <a:t>How would we include self-disclosure ? Fill in the blank?</a:t>
            </a:r>
          </a:p>
          <a:p>
            <a:r>
              <a:rPr lang="en-US" dirty="0"/>
              <a:t>How would we include acknowledgment?</a:t>
            </a:r>
          </a:p>
        </p:txBody>
      </p:sp>
      <p:sp>
        <p:nvSpPr>
          <p:cNvPr id="4" name="Slide Number Placeholder 3">
            <a:extLst>
              <a:ext uri="{FF2B5EF4-FFF2-40B4-BE49-F238E27FC236}">
                <a16:creationId xmlns:a16="http://schemas.microsoft.com/office/drawing/2014/main" id="{F1D4CF84-9D74-E048-EF02-FEA706095040}"/>
              </a:ext>
            </a:extLst>
          </p:cNvPr>
          <p:cNvSpPr>
            <a:spLocks noGrp="1"/>
          </p:cNvSpPr>
          <p:nvPr>
            <p:ph type="sldNum" sz="quarter" idx="5"/>
          </p:nvPr>
        </p:nvSpPr>
        <p:spPr/>
        <p:txBody>
          <a:bodyPr/>
          <a:lstStyle/>
          <a:p>
            <a:fld id="{4452E018-F8EC-D349-B2C1-0EFDC8FE2FF4}" type="slidenum">
              <a:rPr lang="en-US" smtClean="0"/>
              <a:t>3</a:t>
            </a:fld>
            <a:endParaRPr lang="en-US"/>
          </a:p>
        </p:txBody>
      </p:sp>
    </p:spTree>
    <p:extLst>
      <p:ext uri="{BB962C8B-B14F-4D97-AF65-F5344CB8AC3E}">
        <p14:creationId xmlns:p14="http://schemas.microsoft.com/office/powerpoint/2010/main" val="36099341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24AD3-6510-2F2C-F5BE-A3D5CBBE36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EEF878-3E08-2C4F-8F79-994139AAA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4F2C96-A3E3-1F18-33B7-F28F99C9B1D8}"/>
              </a:ext>
            </a:extLst>
          </p:cNvPr>
          <p:cNvSpPr>
            <a:spLocks noGrp="1"/>
          </p:cNvSpPr>
          <p:nvPr>
            <p:ph type="body" idx="1"/>
          </p:nvPr>
        </p:nvSpPr>
        <p:spPr/>
        <p:txBody>
          <a:bodyPr/>
          <a:lstStyle/>
          <a:p>
            <a:r>
              <a:rPr lang="en-US" dirty="0"/>
              <a:t>Today I was home all day with my toddler. Wasn’t planned, usually I’ve got a plan if we’re not doing much. Husband wasn’t home and didn’t tell me he’d be gone.</a:t>
            </a:r>
          </a:p>
          <a:p>
            <a:endParaRPr lang="en-US" dirty="0"/>
          </a:p>
          <a:p>
            <a:r>
              <a:rPr lang="en-US" dirty="0" err="1"/>
              <a:t>Soooooo</a:t>
            </a:r>
            <a:r>
              <a:rPr lang="en-US" dirty="0"/>
              <a:t> I didn’t plan on going out. We played in the water, we painted, we watched tv, did educational games on an app together, we did stamps, we colored, read, played dolls…and then I cleaned the kitchen and organized some things. I hate not having a plan. My husband eventually came home around 530.</a:t>
            </a:r>
          </a:p>
          <a:p>
            <a:endParaRPr lang="en-US" dirty="0"/>
          </a:p>
          <a:p>
            <a:r>
              <a:rPr lang="en-US" dirty="0"/>
              <a:t>WHY AM I SO EXHAUSTED? Can someone explain this to me? I work part time the later half of the day. Why? Why is this so exhausting? I feel like my brain is fried and I’m totally depleted.</a:t>
            </a:r>
          </a:p>
          <a:p>
            <a:endParaRPr lang="en-US" dirty="0"/>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B6762387-4A91-2D8B-AEF3-AD01FC25EF15}"/>
              </a:ext>
            </a:extLst>
          </p:cNvPr>
          <p:cNvSpPr>
            <a:spLocks noGrp="1"/>
          </p:cNvSpPr>
          <p:nvPr>
            <p:ph type="sldNum" sz="quarter" idx="5"/>
          </p:nvPr>
        </p:nvSpPr>
        <p:spPr/>
        <p:txBody>
          <a:bodyPr/>
          <a:lstStyle/>
          <a:p>
            <a:fld id="{4452E018-F8EC-D349-B2C1-0EFDC8FE2FF4}" type="slidenum">
              <a:rPr lang="en-US" smtClean="0"/>
              <a:t>4</a:t>
            </a:fld>
            <a:endParaRPr lang="en-US"/>
          </a:p>
        </p:txBody>
      </p:sp>
    </p:spTree>
    <p:extLst>
      <p:ext uri="{BB962C8B-B14F-4D97-AF65-F5344CB8AC3E}">
        <p14:creationId xmlns:p14="http://schemas.microsoft.com/office/powerpoint/2010/main" val="7248742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A927C-BDEE-C57B-095B-D0804B1B31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D38B38-4FE2-05E8-BD88-73A8CB8B4E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163CA4-948E-6F0B-8285-440C96BED0A5}"/>
              </a:ext>
            </a:extLst>
          </p:cNvPr>
          <p:cNvSpPr>
            <a:spLocks noGrp="1"/>
          </p:cNvSpPr>
          <p:nvPr>
            <p:ph type="body" idx="1"/>
          </p:nvPr>
        </p:nvSpPr>
        <p:spPr/>
        <p:txBody>
          <a:bodyPr/>
          <a:lstStyle/>
          <a:p>
            <a:r>
              <a:rPr lang="en-US" dirty="0"/>
              <a:t>Me and my team are being made redundant by the end of August and there is 1 available internal role available. The role is currently part time and there is a person on my team who has been doing it part time for nearly a year. They are making it full time and now it's up for advertisement. Everyone presumes that the part time worker will just get it but I have put in an application because I want it. I am more than qualified and currently in a management position.</a:t>
            </a:r>
          </a:p>
          <a:p>
            <a:endParaRPr lang="en-US" dirty="0"/>
          </a:p>
          <a:p>
            <a:r>
              <a:rPr lang="en-US" dirty="0"/>
              <a:t>I have a good chance of getting the job but I am so conflicted about potentially 'stealing' this away from one of my team. She is really lovely and good at what she does. I might not get it as she is already doing the role but I j know that upper management are keen for me to apply</a:t>
            </a:r>
          </a:p>
          <a:p>
            <a:endParaRPr lang="en-US" dirty="0"/>
          </a:p>
          <a:p>
            <a:r>
              <a:rPr lang="en-US" dirty="0"/>
              <a:t>If I get the role I will be disliked by my team and looked on as a traitor. But I want the job and I need to think about looking for another job soon!</a:t>
            </a:r>
          </a:p>
          <a:p>
            <a:endParaRPr lang="en-US" dirty="0"/>
          </a:p>
          <a:p>
            <a:endParaRPr lang="en-US" dirty="0"/>
          </a:p>
        </p:txBody>
      </p:sp>
      <p:sp>
        <p:nvSpPr>
          <p:cNvPr id="4" name="Slide Number Placeholder 3">
            <a:extLst>
              <a:ext uri="{FF2B5EF4-FFF2-40B4-BE49-F238E27FC236}">
                <a16:creationId xmlns:a16="http://schemas.microsoft.com/office/drawing/2014/main" id="{38C129E6-D8E6-640A-BAC5-87610044A911}"/>
              </a:ext>
            </a:extLst>
          </p:cNvPr>
          <p:cNvSpPr>
            <a:spLocks noGrp="1"/>
          </p:cNvSpPr>
          <p:nvPr>
            <p:ph type="sldNum" sz="quarter" idx="5"/>
          </p:nvPr>
        </p:nvSpPr>
        <p:spPr/>
        <p:txBody>
          <a:bodyPr/>
          <a:lstStyle/>
          <a:p>
            <a:fld id="{4452E018-F8EC-D349-B2C1-0EFDC8FE2FF4}" type="slidenum">
              <a:rPr lang="en-US" smtClean="0"/>
              <a:t>5</a:t>
            </a:fld>
            <a:endParaRPr lang="en-US"/>
          </a:p>
        </p:txBody>
      </p:sp>
    </p:spTree>
    <p:extLst>
      <p:ext uri="{BB962C8B-B14F-4D97-AF65-F5344CB8AC3E}">
        <p14:creationId xmlns:p14="http://schemas.microsoft.com/office/powerpoint/2010/main" val="19716545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1C680-591D-EDF7-E047-FE82E22246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4C01CC1-D671-8A92-A6A6-B67260D0E7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B9745EF-E4FC-B482-8010-9BA38971FE80}"/>
              </a:ext>
            </a:extLst>
          </p:cNvPr>
          <p:cNvSpPr>
            <a:spLocks noGrp="1"/>
          </p:cNvSpPr>
          <p:nvPr>
            <p:ph type="dt" sz="half" idx="10"/>
          </p:nvPr>
        </p:nvSpPr>
        <p:spPr/>
        <p:txBody>
          <a:bodyPr/>
          <a:lstStyle/>
          <a:p>
            <a:fld id="{AA6C3A10-966F-B240-9B1D-C86664C8AC45}" type="datetimeFigureOut">
              <a:rPr lang="en-US" smtClean="0"/>
              <a:t>11/21/24</a:t>
            </a:fld>
            <a:endParaRPr lang="en-US"/>
          </a:p>
        </p:txBody>
      </p:sp>
      <p:sp>
        <p:nvSpPr>
          <p:cNvPr id="5" name="Footer Placeholder 4">
            <a:extLst>
              <a:ext uri="{FF2B5EF4-FFF2-40B4-BE49-F238E27FC236}">
                <a16:creationId xmlns:a16="http://schemas.microsoft.com/office/drawing/2014/main" id="{FE9899C4-74EF-4F77-4D63-BD8ADA2A2B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26EB08-E0D1-D32E-D480-44088204014B}"/>
              </a:ext>
            </a:extLst>
          </p:cNvPr>
          <p:cNvSpPr>
            <a:spLocks noGrp="1"/>
          </p:cNvSpPr>
          <p:nvPr>
            <p:ph type="sldNum" sz="quarter" idx="12"/>
          </p:nvPr>
        </p:nvSpPr>
        <p:spPr/>
        <p:txBody>
          <a:bodyPr/>
          <a:lstStyle/>
          <a:p>
            <a:fld id="{C083336D-A4FB-A84E-AEEB-B864FC06E226}" type="slidenum">
              <a:rPr lang="en-US" smtClean="0"/>
              <a:t>‹#›</a:t>
            </a:fld>
            <a:endParaRPr lang="en-US"/>
          </a:p>
        </p:txBody>
      </p:sp>
    </p:spTree>
    <p:extLst>
      <p:ext uri="{BB962C8B-B14F-4D97-AF65-F5344CB8AC3E}">
        <p14:creationId xmlns:p14="http://schemas.microsoft.com/office/powerpoint/2010/main" val="2550346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6E336-CE5D-33EF-CDA1-7E88679B94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C9F29B-3AE3-A372-599D-D11FE7989B7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F7BB26-B5CB-4D34-76E2-185B2BAD878F}"/>
              </a:ext>
            </a:extLst>
          </p:cNvPr>
          <p:cNvSpPr>
            <a:spLocks noGrp="1"/>
          </p:cNvSpPr>
          <p:nvPr>
            <p:ph type="dt" sz="half" idx="10"/>
          </p:nvPr>
        </p:nvSpPr>
        <p:spPr/>
        <p:txBody>
          <a:bodyPr/>
          <a:lstStyle/>
          <a:p>
            <a:fld id="{AA6C3A10-966F-B240-9B1D-C86664C8AC45}" type="datetimeFigureOut">
              <a:rPr lang="en-US" smtClean="0"/>
              <a:t>11/21/24</a:t>
            </a:fld>
            <a:endParaRPr lang="en-US"/>
          </a:p>
        </p:txBody>
      </p:sp>
      <p:sp>
        <p:nvSpPr>
          <p:cNvPr id="5" name="Footer Placeholder 4">
            <a:extLst>
              <a:ext uri="{FF2B5EF4-FFF2-40B4-BE49-F238E27FC236}">
                <a16:creationId xmlns:a16="http://schemas.microsoft.com/office/drawing/2014/main" id="{27156C34-12B6-D0EE-AE7C-4B24E18291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D2FE85-81BC-4563-A37B-92780E73ED57}"/>
              </a:ext>
            </a:extLst>
          </p:cNvPr>
          <p:cNvSpPr>
            <a:spLocks noGrp="1"/>
          </p:cNvSpPr>
          <p:nvPr>
            <p:ph type="sldNum" sz="quarter" idx="12"/>
          </p:nvPr>
        </p:nvSpPr>
        <p:spPr/>
        <p:txBody>
          <a:bodyPr/>
          <a:lstStyle/>
          <a:p>
            <a:fld id="{C083336D-A4FB-A84E-AEEB-B864FC06E226}" type="slidenum">
              <a:rPr lang="en-US" smtClean="0"/>
              <a:t>‹#›</a:t>
            </a:fld>
            <a:endParaRPr lang="en-US"/>
          </a:p>
        </p:txBody>
      </p:sp>
    </p:spTree>
    <p:extLst>
      <p:ext uri="{BB962C8B-B14F-4D97-AF65-F5344CB8AC3E}">
        <p14:creationId xmlns:p14="http://schemas.microsoft.com/office/powerpoint/2010/main" val="3463003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BF054-F809-7C5B-49D2-29E7EE318A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2430638-CEB8-E076-39AD-2AC3863BC99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2AB42D-4EEE-EB1F-D3FC-7373686E7B02}"/>
              </a:ext>
            </a:extLst>
          </p:cNvPr>
          <p:cNvSpPr>
            <a:spLocks noGrp="1"/>
          </p:cNvSpPr>
          <p:nvPr>
            <p:ph type="dt" sz="half" idx="10"/>
          </p:nvPr>
        </p:nvSpPr>
        <p:spPr/>
        <p:txBody>
          <a:bodyPr/>
          <a:lstStyle/>
          <a:p>
            <a:fld id="{AA6C3A10-966F-B240-9B1D-C86664C8AC45}" type="datetimeFigureOut">
              <a:rPr lang="en-US" smtClean="0"/>
              <a:t>11/21/24</a:t>
            </a:fld>
            <a:endParaRPr lang="en-US"/>
          </a:p>
        </p:txBody>
      </p:sp>
      <p:sp>
        <p:nvSpPr>
          <p:cNvPr id="5" name="Footer Placeholder 4">
            <a:extLst>
              <a:ext uri="{FF2B5EF4-FFF2-40B4-BE49-F238E27FC236}">
                <a16:creationId xmlns:a16="http://schemas.microsoft.com/office/drawing/2014/main" id="{2A739722-F128-7678-7695-2E49452344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8E37AC-4322-12FE-E883-0D0E65BB9370}"/>
              </a:ext>
            </a:extLst>
          </p:cNvPr>
          <p:cNvSpPr>
            <a:spLocks noGrp="1"/>
          </p:cNvSpPr>
          <p:nvPr>
            <p:ph type="sldNum" sz="quarter" idx="12"/>
          </p:nvPr>
        </p:nvSpPr>
        <p:spPr/>
        <p:txBody>
          <a:bodyPr/>
          <a:lstStyle/>
          <a:p>
            <a:fld id="{C083336D-A4FB-A84E-AEEB-B864FC06E226}" type="slidenum">
              <a:rPr lang="en-US" smtClean="0"/>
              <a:t>‹#›</a:t>
            </a:fld>
            <a:endParaRPr lang="en-US"/>
          </a:p>
        </p:txBody>
      </p:sp>
    </p:spTree>
    <p:extLst>
      <p:ext uri="{BB962C8B-B14F-4D97-AF65-F5344CB8AC3E}">
        <p14:creationId xmlns:p14="http://schemas.microsoft.com/office/powerpoint/2010/main" val="31579135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2913E-70BD-AC45-1297-867575ABEA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5D1216-3904-6EBF-80C6-A206C591F88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C1455A3-4236-1288-6DB7-182FBAD2E8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531942-7981-6F3C-F424-8CAD84323A39}"/>
              </a:ext>
            </a:extLst>
          </p:cNvPr>
          <p:cNvSpPr>
            <a:spLocks noGrp="1"/>
          </p:cNvSpPr>
          <p:nvPr>
            <p:ph type="dt" sz="half" idx="10"/>
          </p:nvPr>
        </p:nvSpPr>
        <p:spPr/>
        <p:txBody>
          <a:bodyPr/>
          <a:lstStyle/>
          <a:p>
            <a:fld id="{AA6C3A10-966F-B240-9B1D-C86664C8AC45}" type="datetimeFigureOut">
              <a:rPr lang="en-US" smtClean="0"/>
              <a:t>11/21/24</a:t>
            </a:fld>
            <a:endParaRPr lang="en-US"/>
          </a:p>
        </p:txBody>
      </p:sp>
      <p:sp>
        <p:nvSpPr>
          <p:cNvPr id="6" name="Footer Placeholder 5">
            <a:extLst>
              <a:ext uri="{FF2B5EF4-FFF2-40B4-BE49-F238E27FC236}">
                <a16:creationId xmlns:a16="http://schemas.microsoft.com/office/drawing/2014/main" id="{F4CE18D8-29D5-371B-F546-E8D70AC395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D775B9-E452-66DF-F7EA-A18163E5AF89}"/>
              </a:ext>
            </a:extLst>
          </p:cNvPr>
          <p:cNvSpPr>
            <a:spLocks noGrp="1"/>
          </p:cNvSpPr>
          <p:nvPr>
            <p:ph type="sldNum" sz="quarter" idx="12"/>
          </p:nvPr>
        </p:nvSpPr>
        <p:spPr/>
        <p:txBody>
          <a:bodyPr/>
          <a:lstStyle/>
          <a:p>
            <a:fld id="{C083336D-A4FB-A84E-AEEB-B864FC06E226}" type="slidenum">
              <a:rPr lang="en-US" smtClean="0"/>
              <a:t>‹#›</a:t>
            </a:fld>
            <a:endParaRPr lang="en-US"/>
          </a:p>
        </p:txBody>
      </p:sp>
    </p:spTree>
    <p:extLst>
      <p:ext uri="{BB962C8B-B14F-4D97-AF65-F5344CB8AC3E}">
        <p14:creationId xmlns:p14="http://schemas.microsoft.com/office/powerpoint/2010/main" val="3437434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C547A-46DC-509A-53A0-4DD726BF9F2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1E688B3-25DB-AAA0-3FC8-C88BE39DD1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9282CB-E685-19D9-2579-A13EC432963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46BD0BE-AD3F-59E1-90C2-FECDD43D69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CA1A63-D2B7-A750-D210-50DD225E02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B0600BE-5929-02D8-F3C8-9A71C884FE37}"/>
              </a:ext>
            </a:extLst>
          </p:cNvPr>
          <p:cNvSpPr>
            <a:spLocks noGrp="1"/>
          </p:cNvSpPr>
          <p:nvPr>
            <p:ph type="dt" sz="half" idx="10"/>
          </p:nvPr>
        </p:nvSpPr>
        <p:spPr/>
        <p:txBody>
          <a:bodyPr/>
          <a:lstStyle/>
          <a:p>
            <a:fld id="{AA6C3A10-966F-B240-9B1D-C86664C8AC45}" type="datetimeFigureOut">
              <a:rPr lang="en-US" smtClean="0"/>
              <a:t>11/21/24</a:t>
            </a:fld>
            <a:endParaRPr lang="en-US"/>
          </a:p>
        </p:txBody>
      </p:sp>
      <p:sp>
        <p:nvSpPr>
          <p:cNvPr id="8" name="Footer Placeholder 7">
            <a:extLst>
              <a:ext uri="{FF2B5EF4-FFF2-40B4-BE49-F238E27FC236}">
                <a16:creationId xmlns:a16="http://schemas.microsoft.com/office/drawing/2014/main" id="{E24B513D-3FB9-1D02-01BE-A100747AC05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BF4FC5B-2C1A-AD91-6183-8460B47255D8}"/>
              </a:ext>
            </a:extLst>
          </p:cNvPr>
          <p:cNvSpPr>
            <a:spLocks noGrp="1"/>
          </p:cNvSpPr>
          <p:nvPr>
            <p:ph type="sldNum" sz="quarter" idx="12"/>
          </p:nvPr>
        </p:nvSpPr>
        <p:spPr/>
        <p:txBody>
          <a:bodyPr/>
          <a:lstStyle/>
          <a:p>
            <a:fld id="{C083336D-A4FB-A84E-AEEB-B864FC06E226}" type="slidenum">
              <a:rPr lang="en-US" smtClean="0"/>
              <a:t>‹#›</a:t>
            </a:fld>
            <a:endParaRPr lang="en-US"/>
          </a:p>
        </p:txBody>
      </p:sp>
    </p:spTree>
    <p:extLst>
      <p:ext uri="{BB962C8B-B14F-4D97-AF65-F5344CB8AC3E}">
        <p14:creationId xmlns:p14="http://schemas.microsoft.com/office/powerpoint/2010/main" val="39289639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49BC6-8691-2481-3AF3-87FCD754965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7C21D8A-6031-EE4E-D9EC-05E04A91112B}"/>
              </a:ext>
            </a:extLst>
          </p:cNvPr>
          <p:cNvSpPr>
            <a:spLocks noGrp="1"/>
          </p:cNvSpPr>
          <p:nvPr>
            <p:ph type="dt" sz="half" idx="10"/>
          </p:nvPr>
        </p:nvSpPr>
        <p:spPr/>
        <p:txBody>
          <a:bodyPr/>
          <a:lstStyle/>
          <a:p>
            <a:fld id="{AA6C3A10-966F-B240-9B1D-C86664C8AC45}" type="datetimeFigureOut">
              <a:rPr lang="en-US" smtClean="0"/>
              <a:t>11/21/24</a:t>
            </a:fld>
            <a:endParaRPr lang="en-US"/>
          </a:p>
        </p:txBody>
      </p:sp>
      <p:sp>
        <p:nvSpPr>
          <p:cNvPr id="4" name="Footer Placeholder 3">
            <a:extLst>
              <a:ext uri="{FF2B5EF4-FFF2-40B4-BE49-F238E27FC236}">
                <a16:creationId xmlns:a16="http://schemas.microsoft.com/office/drawing/2014/main" id="{1A59995B-2BB5-AE2E-F460-5A8914ADE6F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C832EDE-9471-BEBC-2269-0E5B76EF42F2}"/>
              </a:ext>
            </a:extLst>
          </p:cNvPr>
          <p:cNvSpPr>
            <a:spLocks noGrp="1"/>
          </p:cNvSpPr>
          <p:nvPr>
            <p:ph type="sldNum" sz="quarter" idx="12"/>
          </p:nvPr>
        </p:nvSpPr>
        <p:spPr/>
        <p:txBody>
          <a:bodyPr/>
          <a:lstStyle/>
          <a:p>
            <a:fld id="{C083336D-A4FB-A84E-AEEB-B864FC06E226}" type="slidenum">
              <a:rPr lang="en-US" smtClean="0"/>
              <a:t>‹#›</a:t>
            </a:fld>
            <a:endParaRPr lang="en-US"/>
          </a:p>
        </p:txBody>
      </p:sp>
    </p:spTree>
    <p:extLst>
      <p:ext uri="{BB962C8B-B14F-4D97-AF65-F5344CB8AC3E}">
        <p14:creationId xmlns:p14="http://schemas.microsoft.com/office/powerpoint/2010/main" val="2345457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70B6A2-F0BF-5631-2531-86BD92FA0FEC}"/>
              </a:ext>
            </a:extLst>
          </p:cNvPr>
          <p:cNvSpPr>
            <a:spLocks noGrp="1"/>
          </p:cNvSpPr>
          <p:nvPr>
            <p:ph type="dt" sz="half" idx="10"/>
          </p:nvPr>
        </p:nvSpPr>
        <p:spPr/>
        <p:txBody>
          <a:bodyPr/>
          <a:lstStyle/>
          <a:p>
            <a:fld id="{AA6C3A10-966F-B240-9B1D-C86664C8AC45}" type="datetimeFigureOut">
              <a:rPr lang="en-US" smtClean="0"/>
              <a:t>11/21/24</a:t>
            </a:fld>
            <a:endParaRPr lang="en-US"/>
          </a:p>
        </p:txBody>
      </p:sp>
      <p:sp>
        <p:nvSpPr>
          <p:cNvPr id="3" name="Footer Placeholder 2">
            <a:extLst>
              <a:ext uri="{FF2B5EF4-FFF2-40B4-BE49-F238E27FC236}">
                <a16:creationId xmlns:a16="http://schemas.microsoft.com/office/drawing/2014/main" id="{D969AE2B-357A-68F8-AC66-3F30903E8C7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A7FE046-6971-8BD5-6709-8842F08DFF75}"/>
              </a:ext>
            </a:extLst>
          </p:cNvPr>
          <p:cNvSpPr>
            <a:spLocks noGrp="1"/>
          </p:cNvSpPr>
          <p:nvPr>
            <p:ph type="sldNum" sz="quarter" idx="12"/>
          </p:nvPr>
        </p:nvSpPr>
        <p:spPr/>
        <p:txBody>
          <a:bodyPr/>
          <a:lstStyle/>
          <a:p>
            <a:fld id="{C083336D-A4FB-A84E-AEEB-B864FC06E226}" type="slidenum">
              <a:rPr lang="en-US" smtClean="0"/>
              <a:t>‹#›</a:t>
            </a:fld>
            <a:endParaRPr lang="en-US"/>
          </a:p>
        </p:txBody>
      </p:sp>
    </p:spTree>
    <p:extLst>
      <p:ext uri="{BB962C8B-B14F-4D97-AF65-F5344CB8AC3E}">
        <p14:creationId xmlns:p14="http://schemas.microsoft.com/office/powerpoint/2010/main" val="1964466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728A1-8597-5B7C-02BD-9300224C03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3BC07C6-683F-A908-FB57-D020215EAF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582D07B-875E-515E-1501-0A6D745528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E29D7B-0B02-7593-CB74-55D46E789C1A}"/>
              </a:ext>
            </a:extLst>
          </p:cNvPr>
          <p:cNvSpPr>
            <a:spLocks noGrp="1"/>
          </p:cNvSpPr>
          <p:nvPr>
            <p:ph type="dt" sz="half" idx="10"/>
          </p:nvPr>
        </p:nvSpPr>
        <p:spPr/>
        <p:txBody>
          <a:bodyPr/>
          <a:lstStyle/>
          <a:p>
            <a:fld id="{AA6C3A10-966F-B240-9B1D-C86664C8AC45}" type="datetimeFigureOut">
              <a:rPr lang="en-US" smtClean="0"/>
              <a:t>11/21/24</a:t>
            </a:fld>
            <a:endParaRPr lang="en-US"/>
          </a:p>
        </p:txBody>
      </p:sp>
      <p:sp>
        <p:nvSpPr>
          <p:cNvPr id="6" name="Footer Placeholder 5">
            <a:extLst>
              <a:ext uri="{FF2B5EF4-FFF2-40B4-BE49-F238E27FC236}">
                <a16:creationId xmlns:a16="http://schemas.microsoft.com/office/drawing/2014/main" id="{96F4EA75-68A0-49F1-2FCE-F4504F0562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70255E-EDBA-4106-945B-96167E52F2C7}"/>
              </a:ext>
            </a:extLst>
          </p:cNvPr>
          <p:cNvSpPr>
            <a:spLocks noGrp="1"/>
          </p:cNvSpPr>
          <p:nvPr>
            <p:ph type="sldNum" sz="quarter" idx="12"/>
          </p:nvPr>
        </p:nvSpPr>
        <p:spPr/>
        <p:txBody>
          <a:bodyPr/>
          <a:lstStyle/>
          <a:p>
            <a:fld id="{C083336D-A4FB-A84E-AEEB-B864FC06E226}" type="slidenum">
              <a:rPr lang="en-US" smtClean="0"/>
              <a:t>‹#›</a:t>
            </a:fld>
            <a:endParaRPr lang="en-US"/>
          </a:p>
        </p:txBody>
      </p:sp>
    </p:spTree>
    <p:extLst>
      <p:ext uri="{BB962C8B-B14F-4D97-AF65-F5344CB8AC3E}">
        <p14:creationId xmlns:p14="http://schemas.microsoft.com/office/powerpoint/2010/main" val="763473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1C674-13FC-BDE6-5B7C-BB9837F01F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2903519-94EA-D62A-4F5D-7EAC570E94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CC84D86-E84C-CB74-8B6E-1139FAA217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C47102-0A5B-AA1F-5923-D8E1ADC01E74}"/>
              </a:ext>
            </a:extLst>
          </p:cNvPr>
          <p:cNvSpPr>
            <a:spLocks noGrp="1"/>
          </p:cNvSpPr>
          <p:nvPr>
            <p:ph type="dt" sz="half" idx="10"/>
          </p:nvPr>
        </p:nvSpPr>
        <p:spPr/>
        <p:txBody>
          <a:bodyPr/>
          <a:lstStyle/>
          <a:p>
            <a:fld id="{AA6C3A10-966F-B240-9B1D-C86664C8AC45}" type="datetimeFigureOut">
              <a:rPr lang="en-US" smtClean="0"/>
              <a:t>11/21/24</a:t>
            </a:fld>
            <a:endParaRPr lang="en-US"/>
          </a:p>
        </p:txBody>
      </p:sp>
      <p:sp>
        <p:nvSpPr>
          <p:cNvPr id="6" name="Footer Placeholder 5">
            <a:extLst>
              <a:ext uri="{FF2B5EF4-FFF2-40B4-BE49-F238E27FC236}">
                <a16:creationId xmlns:a16="http://schemas.microsoft.com/office/drawing/2014/main" id="{16A6A519-B374-5907-9BD7-1A921DE1EB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58AC9D-E058-7157-7346-1F97E8BA6883}"/>
              </a:ext>
            </a:extLst>
          </p:cNvPr>
          <p:cNvSpPr>
            <a:spLocks noGrp="1"/>
          </p:cNvSpPr>
          <p:nvPr>
            <p:ph type="sldNum" sz="quarter" idx="12"/>
          </p:nvPr>
        </p:nvSpPr>
        <p:spPr/>
        <p:txBody>
          <a:bodyPr/>
          <a:lstStyle/>
          <a:p>
            <a:fld id="{C083336D-A4FB-A84E-AEEB-B864FC06E226}" type="slidenum">
              <a:rPr lang="en-US" smtClean="0"/>
              <a:t>‹#›</a:t>
            </a:fld>
            <a:endParaRPr lang="en-US"/>
          </a:p>
        </p:txBody>
      </p:sp>
    </p:spTree>
    <p:extLst>
      <p:ext uri="{BB962C8B-B14F-4D97-AF65-F5344CB8AC3E}">
        <p14:creationId xmlns:p14="http://schemas.microsoft.com/office/powerpoint/2010/main" val="39677771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E30BD-DAA9-5025-D5AE-11635B884AB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3B77407-96EA-FDC6-5089-05B3116465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975FFB-9E0C-8613-0182-8F1E84738C18}"/>
              </a:ext>
            </a:extLst>
          </p:cNvPr>
          <p:cNvSpPr>
            <a:spLocks noGrp="1"/>
          </p:cNvSpPr>
          <p:nvPr>
            <p:ph type="dt" sz="half" idx="10"/>
          </p:nvPr>
        </p:nvSpPr>
        <p:spPr/>
        <p:txBody>
          <a:bodyPr/>
          <a:lstStyle/>
          <a:p>
            <a:fld id="{AA6C3A10-966F-B240-9B1D-C86664C8AC45}" type="datetimeFigureOut">
              <a:rPr lang="en-US" smtClean="0"/>
              <a:t>11/21/24</a:t>
            </a:fld>
            <a:endParaRPr lang="en-US"/>
          </a:p>
        </p:txBody>
      </p:sp>
      <p:sp>
        <p:nvSpPr>
          <p:cNvPr id="5" name="Footer Placeholder 4">
            <a:extLst>
              <a:ext uri="{FF2B5EF4-FFF2-40B4-BE49-F238E27FC236}">
                <a16:creationId xmlns:a16="http://schemas.microsoft.com/office/drawing/2014/main" id="{2269F6B9-279C-C0CF-CFEB-DDBE8A9409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1B2E01-3A94-C988-FB53-B232D2FD5285}"/>
              </a:ext>
            </a:extLst>
          </p:cNvPr>
          <p:cNvSpPr>
            <a:spLocks noGrp="1"/>
          </p:cNvSpPr>
          <p:nvPr>
            <p:ph type="sldNum" sz="quarter" idx="12"/>
          </p:nvPr>
        </p:nvSpPr>
        <p:spPr/>
        <p:txBody>
          <a:bodyPr/>
          <a:lstStyle/>
          <a:p>
            <a:fld id="{C083336D-A4FB-A84E-AEEB-B864FC06E226}" type="slidenum">
              <a:rPr lang="en-US" smtClean="0"/>
              <a:t>‹#›</a:t>
            </a:fld>
            <a:endParaRPr lang="en-US"/>
          </a:p>
        </p:txBody>
      </p:sp>
    </p:spTree>
    <p:extLst>
      <p:ext uri="{BB962C8B-B14F-4D97-AF65-F5344CB8AC3E}">
        <p14:creationId xmlns:p14="http://schemas.microsoft.com/office/powerpoint/2010/main" val="973355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5B4520-1990-F9A2-C970-750F06944E3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AD574EE-90EF-D373-606C-4F0FB339EB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984A6D-7F65-97D5-74AF-A1502CCE6A5D}"/>
              </a:ext>
            </a:extLst>
          </p:cNvPr>
          <p:cNvSpPr>
            <a:spLocks noGrp="1"/>
          </p:cNvSpPr>
          <p:nvPr>
            <p:ph type="dt" sz="half" idx="10"/>
          </p:nvPr>
        </p:nvSpPr>
        <p:spPr/>
        <p:txBody>
          <a:bodyPr/>
          <a:lstStyle/>
          <a:p>
            <a:fld id="{AA6C3A10-966F-B240-9B1D-C86664C8AC45}" type="datetimeFigureOut">
              <a:rPr lang="en-US" smtClean="0"/>
              <a:t>11/21/24</a:t>
            </a:fld>
            <a:endParaRPr lang="en-US"/>
          </a:p>
        </p:txBody>
      </p:sp>
      <p:sp>
        <p:nvSpPr>
          <p:cNvPr id="5" name="Footer Placeholder 4">
            <a:extLst>
              <a:ext uri="{FF2B5EF4-FFF2-40B4-BE49-F238E27FC236}">
                <a16:creationId xmlns:a16="http://schemas.microsoft.com/office/drawing/2014/main" id="{5590D494-0528-BA93-90FF-1700B4E647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F14C8D-D5E4-92F2-A57C-0B72FD08F4BC}"/>
              </a:ext>
            </a:extLst>
          </p:cNvPr>
          <p:cNvSpPr>
            <a:spLocks noGrp="1"/>
          </p:cNvSpPr>
          <p:nvPr>
            <p:ph type="sldNum" sz="quarter" idx="12"/>
          </p:nvPr>
        </p:nvSpPr>
        <p:spPr/>
        <p:txBody>
          <a:bodyPr/>
          <a:lstStyle/>
          <a:p>
            <a:fld id="{C083336D-A4FB-A84E-AEEB-B864FC06E226}" type="slidenum">
              <a:rPr lang="en-US" smtClean="0"/>
              <a:t>‹#›</a:t>
            </a:fld>
            <a:endParaRPr lang="en-US"/>
          </a:p>
        </p:txBody>
      </p:sp>
    </p:spTree>
    <p:extLst>
      <p:ext uri="{BB962C8B-B14F-4D97-AF65-F5344CB8AC3E}">
        <p14:creationId xmlns:p14="http://schemas.microsoft.com/office/powerpoint/2010/main" val="1703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AE8D86-FD17-A420-DF5B-9C7B4AB025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E2E12EE-BCE5-6DDF-8C17-4C8FA2D77C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BEA259-4D62-D743-E00B-7354C8605D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A6C3A10-966F-B240-9B1D-C86664C8AC45}" type="datetimeFigureOut">
              <a:rPr lang="en-US" smtClean="0"/>
              <a:t>11/21/24</a:t>
            </a:fld>
            <a:endParaRPr lang="en-US"/>
          </a:p>
        </p:txBody>
      </p:sp>
      <p:sp>
        <p:nvSpPr>
          <p:cNvPr id="5" name="Footer Placeholder 4">
            <a:extLst>
              <a:ext uri="{FF2B5EF4-FFF2-40B4-BE49-F238E27FC236}">
                <a16:creationId xmlns:a16="http://schemas.microsoft.com/office/drawing/2014/main" id="{E9F85776-14C6-0824-71C7-D56EF7D564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EF49D3C-D23F-2308-102D-44653724AA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83336D-A4FB-A84E-AEEB-B864FC06E226}" type="slidenum">
              <a:rPr lang="en-US" smtClean="0"/>
              <a:t>‹#›</a:t>
            </a:fld>
            <a:endParaRPr lang="en-US"/>
          </a:p>
        </p:txBody>
      </p:sp>
    </p:spTree>
    <p:extLst>
      <p:ext uri="{BB962C8B-B14F-4D97-AF65-F5344CB8AC3E}">
        <p14:creationId xmlns:p14="http://schemas.microsoft.com/office/powerpoint/2010/main" val="33107436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microsoft.com/office/2007/relationships/hdphoto" Target="../media/hdphoto2.wdp"/><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3.png"/><Relationship Id="rId5" Type="http://schemas.microsoft.com/office/2007/relationships/hdphoto" Target="../media/hdphoto1.wdp"/><Relationship Id="rId4" Type="http://schemas.openxmlformats.org/officeDocument/2006/relationships/image" Target="../media/image2.png"/><Relationship Id="rId9" Type="http://schemas.microsoft.com/office/2007/relationships/hdphoto" Target="../media/hdphoto3.wdp"/></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microsoft.com/office/2007/relationships/hdphoto" Target="../media/hdphoto5.wdp"/><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png"/><Relationship Id="rId5" Type="http://schemas.microsoft.com/office/2007/relationships/hdphoto" Target="../media/hdphoto4.wdp"/><Relationship Id="rId4" Type="http://schemas.openxmlformats.org/officeDocument/2006/relationships/image" Target="../media/image4.png"/><Relationship Id="rId9" Type="http://schemas.microsoft.com/office/2007/relationships/hdphoto" Target="../media/hdphoto6.wdp"/></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microsoft.com/office/2007/relationships/hdphoto" Target="../media/hdphoto7.wdp"/><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png"/><Relationship Id="rId5" Type="http://schemas.microsoft.com/office/2007/relationships/hdphoto" Target="../media/hdphoto4.wdp"/><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microsoft.com/office/2007/relationships/hdphoto" Target="../media/hdphoto9.wdp"/><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3.png"/><Relationship Id="rId5" Type="http://schemas.microsoft.com/office/2007/relationships/hdphoto" Target="../media/hdphoto8.wdp"/><Relationship Id="rId4" Type="http://schemas.openxmlformats.org/officeDocument/2006/relationships/image" Target="../media/image2.png"/><Relationship Id="rId9" Type="http://schemas.microsoft.com/office/2007/relationships/hdphoto" Target="../media/hdphoto4.wdp"/></Relationships>
</file>

<file path=ppt/slides/_rels/slide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microsoft.com/office/2007/relationships/hdphoto" Target="../media/hdphoto9.wdp"/><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3.png"/><Relationship Id="rId5" Type="http://schemas.microsoft.com/office/2007/relationships/hdphoto" Target="../media/hdphoto8.wdp"/><Relationship Id="rId4" Type="http://schemas.openxmlformats.org/officeDocument/2006/relationships/image" Target="../media/image2.png"/><Relationship Id="rId9" Type="http://schemas.microsoft.com/office/2007/relationships/hdphoto" Target="../media/hdphoto4.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rawing of plants on shelves&#10;&#10;Description automatically generated">
            <a:extLst>
              <a:ext uri="{FF2B5EF4-FFF2-40B4-BE49-F238E27FC236}">
                <a16:creationId xmlns:a16="http://schemas.microsoft.com/office/drawing/2014/main" id="{7A6AF753-F426-03F0-918D-CCB4E7866C9A}"/>
              </a:ext>
            </a:extLst>
          </p:cNvPr>
          <p:cNvPicPr>
            <a:picLocks noChangeAspect="1"/>
          </p:cNvPicPr>
          <p:nvPr/>
        </p:nvPicPr>
        <p:blipFill>
          <a:blip r:embed="rId3"/>
          <a:stretch>
            <a:fillRect/>
          </a:stretch>
        </p:blipFill>
        <p:spPr>
          <a:xfrm>
            <a:off x="2372497" y="416970"/>
            <a:ext cx="9305382" cy="6244395"/>
          </a:xfrm>
          <a:prstGeom prst="rect">
            <a:avLst/>
          </a:prstGeom>
        </p:spPr>
      </p:pic>
      <p:pic>
        <p:nvPicPr>
          <p:cNvPr id="8" name="Picture 7" descr="A black line drawing of a vase&#10;&#10;Description automatically generated">
            <a:extLst>
              <a:ext uri="{FF2B5EF4-FFF2-40B4-BE49-F238E27FC236}">
                <a16:creationId xmlns:a16="http://schemas.microsoft.com/office/drawing/2014/main" id="{6F7614BE-FB95-2737-28ED-7D24482BCF00}"/>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rcRect l="33521" t="40238" r="56132" b="42004"/>
          <a:stretch/>
        </p:blipFill>
        <p:spPr>
          <a:xfrm>
            <a:off x="13592012" y="0"/>
            <a:ext cx="833887" cy="1073772"/>
          </a:xfrm>
          <a:prstGeom prst="rect">
            <a:avLst/>
          </a:prstGeom>
        </p:spPr>
      </p:pic>
      <p:pic>
        <p:nvPicPr>
          <p:cNvPr id="10" name="Picture 9" descr="A drawing of a rectangular object&#10;&#10;Description automatically generated">
            <a:extLst>
              <a:ext uri="{FF2B5EF4-FFF2-40B4-BE49-F238E27FC236}">
                <a16:creationId xmlns:a16="http://schemas.microsoft.com/office/drawing/2014/main" id="{4E888D7C-686C-F094-F44C-88CA7E0BE7E5}"/>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imgEffect>
                  </a14:imgLayer>
                </a14:imgProps>
              </a:ext>
            </a:extLst>
          </a:blip>
          <a:srcRect l="14354" t="14684" r="18419" b="19611"/>
          <a:stretch/>
        </p:blipFill>
        <p:spPr>
          <a:xfrm>
            <a:off x="12754845" y="1693570"/>
            <a:ext cx="5760487" cy="4224357"/>
          </a:xfrm>
          <a:prstGeom prst="rect">
            <a:avLst/>
          </a:prstGeom>
        </p:spPr>
      </p:pic>
      <p:pic>
        <p:nvPicPr>
          <p:cNvPr id="13" name="Picture 12" descr="A drawing of a heart and a rectangle&#10;&#10;Description automatically generated">
            <a:extLst>
              <a:ext uri="{FF2B5EF4-FFF2-40B4-BE49-F238E27FC236}">
                <a16:creationId xmlns:a16="http://schemas.microsoft.com/office/drawing/2014/main" id="{1F4A3B9D-E910-1364-1BC3-E1DF893BCD94}"/>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7315" b="55278" l="0" r="50000">
                        <a14:foregroundMark x1="69" y1="7778" x2="24653" y2="6944"/>
                        <a14:foregroundMark x1="24653" y1="6944" x2="34306" y2="7778"/>
                        <a14:foregroundMark x1="34306" y1="7778" x2="37847" y2="7407"/>
                        <a14:foregroundMark x1="2083" y1="7963" x2="556" y2="14352"/>
                        <a14:foregroundMark x1="556" y1="14352" x2="347" y2="28333"/>
                        <a14:foregroundMark x1="43768" y1="21802" x2="44639" y2="21671"/>
                        <a14:foregroundMark x1="347" y1="28333" x2="43621" y2="21824"/>
                        <a14:foregroundMark x1="43681" y1="14815" x2="43681" y2="9167"/>
                        <a14:foregroundMark x1="43681" y1="9167" x2="43056" y2="7500"/>
                        <a14:foregroundMark x1="2639" y1="27778" x2="34653" y2="19167"/>
                        <a14:foregroundMark x1="34653" y1="19167" x2="30417" y2="16389"/>
                        <a14:foregroundMark x1="30417" y1="16389" x2="10139" y2="15463"/>
                        <a14:foregroundMark x1="10139" y1="15463" x2="5903" y2="18148"/>
                        <a14:foregroundMark x1="5903" y1="18148" x2="4236" y2="21944"/>
                        <a14:foregroundMark x1="2153" y1="9537" x2="14167" y2="9630"/>
                        <a14:foregroundMark x1="14167" y1="9630" x2="35417" y2="7037"/>
                        <a14:foregroundMark x1="35417" y1="7037" x2="40347" y2="8148"/>
                        <a14:foregroundMark x1="40347" y1="8148" x2="34792" y2="11667"/>
                        <a14:foregroundMark x1="34792" y1="11667" x2="0" y2="12222"/>
                        <a14:foregroundMark x1="43472" y1="14722" x2="43542" y2="21481"/>
                        <a14:foregroundMark x1="43264" y1="21944" x2="43194" y2="43611"/>
                        <a14:foregroundMark x1="43194" y1="43611" x2="39722" y2="49074"/>
                        <a14:foregroundMark x1="39722" y1="49074" x2="18819" y2="48796"/>
                        <a14:foregroundMark x1="18819" y1="48796" x2="14236" y2="47685"/>
                        <a14:foregroundMark x1="14236" y1="47685" x2="8333" y2="41389"/>
                        <a14:foregroundMark x1="8333" y1="41389" x2="6944" y2="33519"/>
                        <a14:foregroundMark x1="6944" y1="33519" x2="9375" y2="25926"/>
                        <a14:foregroundMark x1="9375" y1="25926" x2="15278" y2="21111"/>
                        <a14:foregroundMark x1="15278" y1="21111" x2="23403" y2="19074"/>
                        <a14:foregroundMark x1="23403" y1="19074" x2="38889" y2="22593"/>
                        <a14:foregroundMark x1="38889" y1="22593" x2="42986" y2="22037"/>
                        <a14:foregroundMark x1="7569" y1="26667" x2="39722" y2="20278"/>
                        <a14:foregroundMark x1="39722" y1="20278" x2="36042" y2="24537"/>
                        <a14:foregroundMark x1="36042" y1="24537" x2="26250" y2="24722"/>
                        <a14:foregroundMark x1="8611" y1="30741" x2="12708" y2="24630"/>
                        <a14:foregroundMark x1="12708" y1="24630" x2="27431" y2="18148"/>
                        <a14:foregroundMark x1="27431" y1="18148" x2="39792" y2="21111"/>
                        <a14:foregroundMark x1="39792" y1="21111" x2="42361" y2="26574"/>
                        <a14:foregroundMark x1="42361" y1="26574" x2="39931" y2="47593"/>
                        <a14:foregroundMark x1="39931" y1="47593" x2="35417" y2="50370"/>
                        <a14:foregroundMark x1="35417" y1="50370" x2="4097" y2="52963"/>
                        <a14:foregroundMark x1="4097" y1="52963" x2="764" y2="48241"/>
                        <a14:foregroundMark x1="764" y1="48241" x2="2222" y2="32500"/>
                        <a14:foregroundMark x1="2222" y1="32500" x2="6458" y2="28056"/>
                        <a14:foregroundMark x1="6458" y1="28056" x2="11458" y2="25370"/>
                        <a14:foregroundMark x1="35486" y1="49352" x2="44931" y2="46111"/>
                        <a14:foregroundMark x1="44931" y1="46111" x2="48681" y2="50000"/>
                        <a14:foregroundMark x1="48681" y1="50000" x2="43472" y2="54167"/>
                        <a14:foregroundMark x1="43472" y1="54167" x2="37569" y2="53519"/>
                        <a14:foregroundMark x1="37569" y1="53519" x2="36458" y2="49259"/>
                        <a14:foregroundMark x1="45625" y1="46019" x2="50208" y2="48333"/>
                        <a14:foregroundMark x1="50208" y1="48333" x2="48264" y2="53981"/>
                        <a14:foregroundMark x1="48264" y1="53981" x2="46111" y2="48519"/>
                        <a14:foregroundMark x1="46111" y1="48519" x2="45833" y2="46389"/>
                        <a14:foregroundMark x1="43750" y1="45833" x2="48472" y2="45556"/>
                        <a14:foregroundMark x1="48472" y1="45556" x2="49931" y2="51481"/>
                        <a14:foregroundMark x1="49931" y1="51481" x2="45625" y2="54352"/>
                        <a14:foregroundMark x1="45625" y1="54352" x2="37639" y2="53796"/>
                        <a14:foregroundMark x1="49861" y1="54259" x2="49653" y2="47963"/>
                        <a14:foregroundMark x1="49653" y1="47963" x2="50069" y2="54167"/>
                        <a14:foregroundMark x1="50069" y1="54167" x2="49514" y2="45556"/>
                        <a14:foregroundMark x1="31111" y1="54537" x2="6250" y2="52685"/>
                        <a14:foregroundMark x1="6250" y1="52685" x2="3681" y2="55278"/>
                        <a14:backgroundMark x1="45208" y1="19722" x2="46042" y2="21852"/>
                        <a14:backgroundMark x1="43611" y1="21759" x2="45069" y2="18981"/>
                        <a14:backgroundMark x1="44861" y1="18796" x2="45000" y2="20370"/>
                        <a14:backgroundMark x1="3750" y1="55278" x2="3542" y2="55000"/>
                        <a14:backgroundMark x1="3611" y1="55000" x2="4583" y2="54907"/>
                        <a14:backgroundMark x1="44097" y1="22130" x2="44375" y2="22222"/>
                      </a14:backgroundRemoval>
                    </a14:imgEffect>
                  </a14:imgLayer>
                </a14:imgProps>
              </a:ext>
            </a:extLst>
          </a:blip>
          <a:srcRect t="6029" r="48547" b="44017"/>
          <a:stretch/>
        </p:blipFill>
        <p:spPr>
          <a:xfrm>
            <a:off x="2372497" y="536886"/>
            <a:ext cx="5285530" cy="3671649"/>
          </a:xfrm>
          <a:prstGeom prst="rect">
            <a:avLst/>
          </a:prstGeom>
        </p:spPr>
      </p:pic>
      <p:sp>
        <p:nvSpPr>
          <p:cNvPr id="11" name="TextBox 10">
            <a:extLst>
              <a:ext uri="{FF2B5EF4-FFF2-40B4-BE49-F238E27FC236}">
                <a16:creationId xmlns:a16="http://schemas.microsoft.com/office/drawing/2014/main" id="{BFC0562B-5AF0-DB78-5AC8-498CCEC9573D}"/>
              </a:ext>
            </a:extLst>
          </p:cNvPr>
          <p:cNvSpPr txBox="1"/>
          <p:nvPr/>
        </p:nvSpPr>
        <p:spPr>
          <a:xfrm>
            <a:off x="2934726" y="1095437"/>
            <a:ext cx="3571534" cy="2554545"/>
          </a:xfrm>
          <a:prstGeom prst="rect">
            <a:avLst/>
          </a:prstGeom>
          <a:noFill/>
        </p:spPr>
        <p:txBody>
          <a:bodyPr wrap="square" rtlCol="0">
            <a:spAutoFit/>
          </a:bodyPr>
          <a:lstStyle/>
          <a:p>
            <a:r>
              <a:rPr lang="en-US" sz="1600" dirty="0"/>
              <a:t>I’m hopelessly in love with my childhood friend of 17 years. I’m afraid I’ve ruined any chances of him looking at me in a romantic light because I used to call him “like my brother”. And from what I know about him, I’m not his physical type. I don't want to ruin our friendship; it means so much to me. But these feelings are overwhelming.</a:t>
            </a:r>
          </a:p>
        </p:txBody>
      </p:sp>
      <p:sp>
        <p:nvSpPr>
          <p:cNvPr id="7" name="TextBox 6">
            <a:extLst>
              <a:ext uri="{FF2B5EF4-FFF2-40B4-BE49-F238E27FC236}">
                <a16:creationId xmlns:a16="http://schemas.microsoft.com/office/drawing/2014/main" id="{D0ED3408-1B73-2D71-952B-F482C3E30F1C}"/>
              </a:ext>
            </a:extLst>
          </p:cNvPr>
          <p:cNvSpPr txBox="1"/>
          <p:nvPr/>
        </p:nvSpPr>
        <p:spPr>
          <a:xfrm>
            <a:off x="3596980" y="4973284"/>
            <a:ext cx="1768754" cy="461665"/>
          </a:xfrm>
          <a:prstGeom prst="rect">
            <a:avLst/>
          </a:prstGeom>
          <a:noFill/>
        </p:spPr>
        <p:txBody>
          <a:bodyPr wrap="none" rtlCol="0">
            <a:spAutoFit/>
          </a:bodyPr>
          <a:lstStyle/>
          <a:p>
            <a:r>
              <a:rPr lang="en-US" sz="2400" b="1" dirty="0"/>
              <a:t>New Order!</a:t>
            </a:r>
          </a:p>
        </p:txBody>
      </p:sp>
    </p:spTree>
    <p:extLst>
      <p:ext uri="{BB962C8B-B14F-4D97-AF65-F5344CB8AC3E}">
        <p14:creationId xmlns:p14="http://schemas.microsoft.com/office/powerpoint/2010/main" val="1056270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2" presetClass="entr" presetSubtype="8" fill="hold" nodeType="withEffect">
                                  <p:stCondLst>
                                    <p:cond delay="0"/>
                                  </p:stCondLst>
                                  <p:childTnLst>
                                    <p:set>
                                      <p:cBhvr>
                                        <p:cTn id="8" dur="1" fill="hold">
                                          <p:stCondLst>
                                            <p:cond delay="0"/>
                                          </p:stCondLst>
                                        </p:cTn>
                                        <p:tgtEl>
                                          <p:spTgt spid="13"/>
                                        </p:tgtEl>
                                        <p:attrNameLst>
                                          <p:attrName>style.visibility</p:attrName>
                                        </p:attrNameLst>
                                      </p:cBhvr>
                                      <p:to>
                                        <p:strVal val="visible"/>
                                      </p:to>
                                    </p:set>
                                    <p:anim calcmode="lin" valueType="num">
                                      <p:cBhvr additive="base">
                                        <p:cTn id="9" dur="250" fill="hold"/>
                                        <p:tgtEl>
                                          <p:spTgt spid="13"/>
                                        </p:tgtEl>
                                        <p:attrNameLst>
                                          <p:attrName>ppt_x</p:attrName>
                                        </p:attrNameLst>
                                      </p:cBhvr>
                                      <p:tavLst>
                                        <p:tav tm="0">
                                          <p:val>
                                            <p:strVal val="0-#ppt_w/2"/>
                                          </p:val>
                                        </p:tav>
                                        <p:tav tm="100000">
                                          <p:val>
                                            <p:strVal val="#ppt_x"/>
                                          </p:val>
                                        </p:tav>
                                      </p:tavLst>
                                    </p:anim>
                                    <p:anim calcmode="lin" valueType="num">
                                      <p:cBhvr additive="base">
                                        <p:cTn id="10" dur="250" fill="hold"/>
                                        <p:tgtEl>
                                          <p:spTgt spid="13"/>
                                        </p:tgtEl>
                                        <p:attrNameLst>
                                          <p:attrName>ppt_y</p:attrName>
                                        </p:attrNameLst>
                                      </p:cBhvr>
                                      <p:tavLst>
                                        <p:tav tm="0">
                                          <p:val>
                                            <p:strVal val="#ppt_y"/>
                                          </p:val>
                                        </p:tav>
                                        <p:tav tm="100000">
                                          <p:val>
                                            <p:strVal val="#ppt_y"/>
                                          </p:val>
                                        </p:tav>
                                      </p:tavLst>
                                    </p:anim>
                                  </p:childTnLst>
                                </p:cTn>
                              </p:par>
                              <p:par>
                                <p:cTn id="11" presetID="2" presetClass="entr" presetSubtype="8"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250" fill="hold"/>
                                        <p:tgtEl>
                                          <p:spTgt spid="11"/>
                                        </p:tgtEl>
                                        <p:attrNameLst>
                                          <p:attrName>ppt_x</p:attrName>
                                        </p:attrNameLst>
                                      </p:cBhvr>
                                      <p:tavLst>
                                        <p:tav tm="0">
                                          <p:val>
                                            <p:strVal val="0-#ppt_w/2"/>
                                          </p:val>
                                        </p:tav>
                                        <p:tav tm="100000">
                                          <p:val>
                                            <p:strVal val="#ppt_x"/>
                                          </p:val>
                                        </p:tav>
                                      </p:tavLst>
                                    </p:anim>
                                    <p:anim calcmode="lin" valueType="num">
                                      <p:cBhvr additive="base">
                                        <p:cTn id="14" dur="25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drawing of plants on shelves&#10;&#10;Description automatically generated">
            <a:extLst>
              <a:ext uri="{FF2B5EF4-FFF2-40B4-BE49-F238E27FC236}">
                <a16:creationId xmlns:a16="http://schemas.microsoft.com/office/drawing/2014/main" id="{62CCFB81-09D9-1AF0-94AC-08AA7B872D12}"/>
              </a:ext>
            </a:extLst>
          </p:cNvPr>
          <p:cNvPicPr>
            <a:picLocks noChangeAspect="1"/>
          </p:cNvPicPr>
          <p:nvPr/>
        </p:nvPicPr>
        <p:blipFill>
          <a:blip r:embed="rId3"/>
          <a:stretch>
            <a:fillRect/>
          </a:stretch>
        </p:blipFill>
        <p:spPr>
          <a:xfrm>
            <a:off x="2372497" y="416970"/>
            <a:ext cx="9305382" cy="6244395"/>
          </a:xfrm>
          <a:prstGeom prst="rect">
            <a:avLst/>
          </a:prstGeom>
        </p:spPr>
      </p:pic>
      <p:sp>
        <p:nvSpPr>
          <p:cNvPr id="7" name="TextBox 6">
            <a:extLst>
              <a:ext uri="{FF2B5EF4-FFF2-40B4-BE49-F238E27FC236}">
                <a16:creationId xmlns:a16="http://schemas.microsoft.com/office/drawing/2014/main" id="{F2A43016-FC2F-979B-58A0-5D76688A495D}"/>
              </a:ext>
            </a:extLst>
          </p:cNvPr>
          <p:cNvSpPr txBox="1"/>
          <p:nvPr/>
        </p:nvSpPr>
        <p:spPr>
          <a:xfrm>
            <a:off x="584974" y="3539167"/>
            <a:ext cx="1966869" cy="923330"/>
          </a:xfrm>
          <a:prstGeom prst="rect">
            <a:avLst/>
          </a:prstGeom>
          <a:noFill/>
        </p:spPr>
        <p:txBody>
          <a:bodyPr wrap="square" rtlCol="0">
            <a:spAutoFit/>
          </a:bodyPr>
          <a:lstStyle/>
          <a:p>
            <a:r>
              <a:rPr lang="en-US" b="1" dirty="0">
                <a:solidFill>
                  <a:srgbClr val="FF0000"/>
                </a:solidFill>
              </a:rPr>
              <a:t>Expands and shows the “order”</a:t>
            </a:r>
          </a:p>
        </p:txBody>
      </p:sp>
      <p:sp>
        <p:nvSpPr>
          <p:cNvPr id="8" name="TextBox 7">
            <a:extLst>
              <a:ext uri="{FF2B5EF4-FFF2-40B4-BE49-F238E27FC236}">
                <a16:creationId xmlns:a16="http://schemas.microsoft.com/office/drawing/2014/main" id="{FB403607-FEEB-8DD1-2483-00D42625FF85}"/>
              </a:ext>
            </a:extLst>
          </p:cNvPr>
          <p:cNvSpPr txBox="1"/>
          <p:nvPr/>
        </p:nvSpPr>
        <p:spPr>
          <a:xfrm>
            <a:off x="294924" y="435412"/>
            <a:ext cx="1774268" cy="369332"/>
          </a:xfrm>
          <a:prstGeom prst="rect">
            <a:avLst/>
          </a:prstGeom>
          <a:noFill/>
        </p:spPr>
        <p:txBody>
          <a:bodyPr wrap="none" rtlCol="0">
            <a:spAutoFit/>
          </a:bodyPr>
          <a:lstStyle/>
          <a:p>
            <a:r>
              <a:rPr lang="en-US" b="1" dirty="0"/>
              <a:t>Filling an Order</a:t>
            </a:r>
          </a:p>
        </p:txBody>
      </p:sp>
      <p:pic>
        <p:nvPicPr>
          <p:cNvPr id="10" name="Picture 9" descr="A drawing of a heart and a rectangle&#10;&#10;Description automatically generated">
            <a:extLst>
              <a:ext uri="{FF2B5EF4-FFF2-40B4-BE49-F238E27FC236}">
                <a16:creationId xmlns:a16="http://schemas.microsoft.com/office/drawing/2014/main" id="{88B46E3C-6312-AAE5-4413-C417A491DE1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7315" b="55278" l="0" r="50000">
                        <a14:foregroundMark x1="69" y1="7778" x2="24653" y2="6944"/>
                        <a14:foregroundMark x1="24653" y1="6944" x2="34306" y2="7778"/>
                        <a14:foregroundMark x1="34306" y1="7778" x2="37847" y2="7407"/>
                        <a14:foregroundMark x1="2083" y1="7963" x2="556" y2="14352"/>
                        <a14:foregroundMark x1="556" y1="14352" x2="347" y2="28333"/>
                        <a14:foregroundMark x1="43768" y1="21802" x2="44639" y2="21671"/>
                        <a14:foregroundMark x1="347" y1="28333" x2="43621" y2="21824"/>
                        <a14:foregroundMark x1="43681" y1="14815" x2="43681" y2="9167"/>
                        <a14:foregroundMark x1="43681" y1="9167" x2="43056" y2="7500"/>
                        <a14:foregroundMark x1="2639" y1="27778" x2="34653" y2="19167"/>
                        <a14:foregroundMark x1="34653" y1="19167" x2="30417" y2="16389"/>
                        <a14:foregroundMark x1="30417" y1="16389" x2="10139" y2="15463"/>
                        <a14:foregroundMark x1="10139" y1="15463" x2="5903" y2="18148"/>
                        <a14:foregroundMark x1="5903" y1="18148" x2="4236" y2="21944"/>
                        <a14:foregroundMark x1="2153" y1="9537" x2="14167" y2="9630"/>
                        <a14:foregroundMark x1="14167" y1="9630" x2="35417" y2="7037"/>
                        <a14:foregroundMark x1="35417" y1="7037" x2="40347" y2="8148"/>
                        <a14:foregroundMark x1="40347" y1="8148" x2="34792" y2="11667"/>
                        <a14:foregroundMark x1="34792" y1="11667" x2="0" y2="12222"/>
                        <a14:foregroundMark x1="43472" y1="14722" x2="43542" y2="21481"/>
                        <a14:foregroundMark x1="43264" y1="21944" x2="43194" y2="43611"/>
                        <a14:foregroundMark x1="43194" y1="43611" x2="39722" y2="49074"/>
                        <a14:foregroundMark x1="39722" y1="49074" x2="18819" y2="48796"/>
                        <a14:foregroundMark x1="18819" y1="48796" x2="14236" y2="47685"/>
                        <a14:foregroundMark x1="14236" y1="47685" x2="8333" y2="41389"/>
                        <a14:foregroundMark x1="8333" y1="41389" x2="6944" y2="33519"/>
                        <a14:foregroundMark x1="6944" y1="33519" x2="9375" y2="25926"/>
                        <a14:foregroundMark x1="9375" y1="25926" x2="15278" y2="21111"/>
                        <a14:foregroundMark x1="15278" y1="21111" x2="23403" y2="19074"/>
                        <a14:foregroundMark x1="23403" y1="19074" x2="38889" y2="22593"/>
                        <a14:foregroundMark x1="38889" y1="22593" x2="42986" y2="22037"/>
                        <a14:foregroundMark x1="7569" y1="26667" x2="39722" y2="20278"/>
                        <a14:foregroundMark x1="39722" y1="20278" x2="36042" y2="24537"/>
                        <a14:foregroundMark x1="36042" y1="24537" x2="26250" y2="24722"/>
                        <a14:foregroundMark x1="8611" y1="30741" x2="12708" y2="24630"/>
                        <a14:foregroundMark x1="12708" y1="24630" x2="27431" y2="18148"/>
                        <a14:foregroundMark x1="27431" y1="18148" x2="39792" y2="21111"/>
                        <a14:foregroundMark x1="39792" y1="21111" x2="42361" y2="26574"/>
                        <a14:foregroundMark x1="42361" y1="26574" x2="39931" y2="47593"/>
                        <a14:foregroundMark x1="39931" y1="47593" x2="35417" y2="50370"/>
                        <a14:foregroundMark x1="35417" y1="50370" x2="4097" y2="52963"/>
                        <a14:foregroundMark x1="4097" y1="52963" x2="764" y2="48241"/>
                        <a14:foregroundMark x1="764" y1="48241" x2="2222" y2="32500"/>
                        <a14:foregroundMark x1="2222" y1="32500" x2="6458" y2="28056"/>
                        <a14:foregroundMark x1="6458" y1="28056" x2="11458" y2="25370"/>
                        <a14:foregroundMark x1="35486" y1="49352" x2="44931" y2="46111"/>
                        <a14:foregroundMark x1="44931" y1="46111" x2="48681" y2="50000"/>
                        <a14:foregroundMark x1="48681" y1="50000" x2="43472" y2="54167"/>
                        <a14:foregroundMark x1="43472" y1="54167" x2="37569" y2="53519"/>
                        <a14:foregroundMark x1="37569" y1="53519" x2="36458" y2="49259"/>
                        <a14:foregroundMark x1="45625" y1="46019" x2="50208" y2="48333"/>
                        <a14:foregroundMark x1="50208" y1="48333" x2="48264" y2="53981"/>
                        <a14:foregroundMark x1="48264" y1="53981" x2="46111" y2="48519"/>
                        <a14:foregroundMark x1="46111" y1="48519" x2="45833" y2="46389"/>
                        <a14:foregroundMark x1="43750" y1="45833" x2="48472" y2="45556"/>
                        <a14:foregroundMark x1="48472" y1="45556" x2="49931" y2="51481"/>
                        <a14:foregroundMark x1="49931" y1="51481" x2="45625" y2="54352"/>
                        <a14:foregroundMark x1="45625" y1="54352" x2="37639" y2="53796"/>
                        <a14:foregroundMark x1="49861" y1="54259" x2="49653" y2="47963"/>
                        <a14:foregroundMark x1="49653" y1="47963" x2="50069" y2="54167"/>
                        <a14:foregroundMark x1="50069" y1="54167" x2="49514" y2="45556"/>
                        <a14:foregroundMark x1="31111" y1="54537" x2="6250" y2="52685"/>
                        <a14:foregroundMark x1="6250" y1="52685" x2="3681" y2="55278"/>
                        <a14:backgroundMark x1="45208" y1="19722" x2="46042" y2="21852"/>
                        <a14:backgroundMark x1="43611" y1="21759" x2="45069" y2="18981"/>
                        <a14:backgroundMark x1="44861" y1="18796" x2="45000" y2="20370"/>
                        <a14:backgroundMark x1="3750" y1="55278" x2="3542" y2="55000"/>
                        <a14:backgroundMark x1="3611" y1="55000" x2="4583" y2="54907"/>
                        <a14:backgroundMark x1="44097" y1="22130" x2="44375" y2="22222"/>
                      </a14:backgroundRemoval>
                    </a14:imgEffect>
                  </a14:imgLayer>
                </a14:imgProps>
              </a:ext>
            </a:extLst>
          </a:blip>
          <a:srcRect l="43859" t="44135" r="48547" b="44017"/>
          <a:stretch/>
        </p:blipFill>
        <p:spPr>
          <a:xfrm>
            <a:off x="2372496" y="2927615"/>
            <a:ext cx="780112" cy="870858"/>
          </a:xfrm>
          <a:prstGeom prst="rect">
            <a:avLst/>
          </a:prstGeom>
        </p:spPr>
      </p:pic>
      <p:sp>
        <p:nvSpPr>
          <p:cNvPr id="6" name="Oval 5">
            <a:extLst>
              <a:ext uri="{FF2B5EF4-FFF2-40B4-BE49-F238E27FC236}">
                <a16:creationId xmlns:a16="http://schemas.microsoft.com/office/drawing/2014/main" id="{BB423816-D3B1-31B8-5B5C-FF36F4CD30E2}"/>
              </a:ext>
            </a:extLst>
          </p:cNvPr>
          <p:cNvSpPr/>
          <p:nvPr/>
        </p:nvSpPr>
        <p:spPr>
          <a:xfrm>
            <a:off x="2232029" y="2860121"/>
            <a:ext cx="1061046" cy="100584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C3DB829B-D0DC-4600-379E-870BF70C5861}"/>
              </a:ext>
            </a:extLst>
          </p:cNvPr>
          <p:cNvGrpSpPr/>
          <p:nvPr/>
        </p:nvGrpSpPr>
        <p:grpSpPr>
          <a:xfrm>
            <a:off x="7411177" y="1390882"/>
            <a:ext cx="313381" cy="169425"/>
            <a:chOff x="3161339" y="2533135"/>
            <a:chExt cx="735113" cy="326986"/>
          </a:xfrm>
        </p:grpSpPr>
        <p:sp>
          <p:nvSpPr>
            <p:cNvPr id="11" name="Parallelogram 10">
              <a:extLst>
                <a:ext uri="{FF2B5EF4-FFF2-40B4-BE49-F238E27FC236}">
                  <a16:creationId xmlns:a16="http://schemas.microsoft.com/office/drawing/2014/main" id="{95C4BCA6-F01E-0019-FD63-E6D47B631728}"/>
                </a:ext>
              </a:extLst>
            </p:cNvPr>
            <p:cNvSpPr/>
            <p:nvPr/>
          </p:nvSpPr>
          <p:spPr>
            <a:xfrm>
              <a:off x="3161339" y="2533135"/>
              <a:ext cx="566776" cy="326986"/>
            </a:xfrm>
            <a:prstGeom prst="parallelogram">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riangle 11">
              <a:extLst>
                <a:ext uri="{FF2B5EF4-FFF2-40B4-BE49-F238E27FC236}">
                  <a16:creationId xmlns:a16="http://schemas.microsoft.com/office/drawing/2014/main" id="{3079A46F-8AF5-0499-0754-D69A25C45431}"/>
                </a:ext>
              </a:extLst>
            </p:cNvPr>
            <p:cNvSpPr/>
            <p:nvPr/>
          </p:nvSpPr>
          <p:spPr>
            <a:xfrm rot="20762574">
              <a:off x="3617716" y="2538933"/>
              <a:ext cx="278736" cy="263697"/>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586ABA9B-5365-E415-A7C8-237275177A25}"/>
              </a:ext>
            </a:extLst>
          </p:cNvPr>
          <p:cNvGrpSpPr/>
          <p:nvPr/>
        </p:nvGrpSpPr>
        <p:grpSpPr>
          <a:xfrm>
            <a:off x="8359990" y="1373407"/>
            <a:ext cx="313381" cy="169425"/>
            <a:chOff x="3161339" y="2533135"/>
            <a:chExt cx="735113" cy="326986"/>
          </a:xfrm>
        </p:grpSpPr>
        <p:sp>
          <p:nvSpPr>
            <p:cNvPr id="15" name="Parallelogram 14">
              <a:extLst>
                <a:ext uri="{FF2B5EF4-FFF2-40B4-BE49-F238E27FC236}">
                  <a16:creationId xmlns:a16="http://schemas.microsoft.com/office/drawing/2014/main" id="{879F8711-88BF-6F25-47F8-DC3023EB5461}"/>
                </a:ext>
              </a:extLst>
            </p:cNvPr>
            <p:cNvSpPr/>
            <p:nvPr/>
          </p:nvSpPr>
          <p:spPr>
            <a:xfrm>
              <a:off x="3161339" y="2533135"/>
              <a:ext cx="566776" cy="326986"/>
            </a:xfrm>
            <a:prstGeom prst="parallelogram">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riangle 15">
              <a:extLst>
                <a:ext uri="{FF2B5EF4-FFF2-40B4-BE49-F238E27FC236}">
                  <a16:creationId xmlns:a16="http://schemas.microsoft.com/office/drawing/2014/main" id="{88F31397-BC3F-86AF-6BA6-4BC967639A13}"/>
                </a:ext>
              </a:extLst>
            </p:cNvPr>
            <p:cNvSpPr/>
            <p:nvPr/>
          </p:nvSpPr>
          <p:spPr>
            <a:xfrm rot="20762574">
              <a:off x="3617716" y="2538933"/>
              <a:ext cx="278736" cy="263697"/>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F68BFE00-3C2F-DF47-FE63-5A4CCF547CE0}"/>
              </a:ext>
            </a:extLst>
          </p:cNvPr>
          <p:cNvGrpSpPr/>
          <p:nvPr/>
        </p:nvGrpSpPr>
        <p:grpSpPr>
          <a:xfrm>
            <a:off x="9298971" y="1355932"/>
            <a:ext cx="313381" cy="169425"/>
            <a:chOff x="3161339" y="2533135"/>
            <a:chExt cx="735113" cy="326986"/>
          </a:xfrm>
        </p:grpSpPr>
        <p:sp>
          <p:nvSpPr>
            <p:cNvPr id="18" name="Parallelogram 17">
              <a:extLst>
                <a:ext uri="{FF2B5EF4-FFF2-40B4-BE49-F238E27FC236}">
                  <a16:creationId xmlns:a16="http://schemas.microsoft.com/office/drawing/2014/main" id="{25939952-12E9-C98E-AC15-9F87019C2CDA}"/>
                </a:ext>
              </a:extLst>
            </p:cNvPr>
            <p:cNvSpPr/>
            <p:nvPr/>
          </p:nvSpPr>
          <p:spPr>
            <a:xfrm>
              <a:off x="3161339" y="2533135"/>
              <a:ext cx="566776" cy="326986"/>
            </a:xfrm>
            <a:prstGeom prst="parallelogram">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riangle 18">
              <a:extLst>
                <a:ext uri="{FF2B5EF4-FFF2-40B4-BE49-F238E27FC236}">
                  <a16:creationId xmlns:a16="http://schemas.microsoft.com/office/drawing/2014/main" id="{4EB6FF03-6073-9292-7892-736DC4E52D39}"/>
                </a:ext>
              </a:extLst>
            </p:cNvPr>
            <p:cNvSpPr/>
            <p:nvPr/>
          </p:nvSpPr>
          <p:spPr>
            <a:xfrm rot="20762574">
              <a:off x="3617716" y="2538933"/>
              <a:ext cx="278736" cy="263697"/>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50757361-44FE-5E4E-6E71-4BE686FA3D8D}"/>
              </a:ext>
            </a:extLst>
          </p:cNvPr>
          <p:cNvGrpSpPr/>
          <p:nvPr/>
        </p:nvGrpSpPr>
        <p:grpSpPr>
          <a:xfrm>
            <a:off x="10252609" y="1338457"/>
            <a:ext cx="313381" cy="169425"/>
            <a:chOff x="3161339" y="2533135"/>
            <a:chExt cx="735113" cy="326986"/>
          </a:xfrm>
        </p:grpSpPr>
        <p:sp>
          <p:nvSpPr>
            <p:cNvPr id="21" name="Parallelogram 20">
              <a:extLst>
                <a:ext uri="{FF2B5EF4-FFF2-40B4-BE49-F238E27FC236}">
                  <a16:creationId xmlns:a16="http://schemas.microsoft.com/office/drawing/2014/main" id="{9EA75874-751A-027E-057C-CFCF7959F575}"/>
                </a:ext>
              </a:extLst>
            </p:cNvPr>
            <p:cNvSpPr/>
            <p:nvPr/>
          </p:nvSpPr>
          <p:spPr>
            <a:xfrm>
              <a:off x="3161339" y="2533135"/>
              <a:ext cx="566776" cy="326986"/>
            </a:xfrm>
            <a:prstGeom prst="parallelogram">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riangle 21">
              <a:extLst>
                <a:ext uri="{FF2B5EF4-FFF2-40B4-BE49-F238E27FC236}">
                  <a16:creationId xmlns:a16="http://schemas.microsoft.com/office/drawing/2014/main" id="{7E5792D0-A43A-5FA5-D43B-3B04CCBA2101}"/>
                </a:ext>
              </a:extLst>
            </p:cNvPr>
            <p:cNvSpPr/>
            <p:nvPr/>
          </p:nvSpPr>
          <p:spPr>
            <a:xfrm rot="20762574">
              <a:off x="3617716" y="2538933"/>
              <a:ext cx="278736" cy="263697"/>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0AF47957-D89D-CF26-6CE1-868F64E17C0F}"/>
              </a:ext>
            </a:extLst>
          </p:cNvPr>
          <p:cNvGrpSpPr/>
          <p:nvPr/>
        </p:nvGrpSpPr>
        <p:grpSpPr>
          <a:xfrm>
            <a:off x="11119760" y="1320982"/>
            <a:ext cx="313381" cy="169425"/>
            <a:chOff x="3161339" y="2533135"/>
            <a:chExt cx="735113" cy="326986"/>
          </a:xfrm>
        </p:grpSpPr>
        <p:sp>
          <p:nvSpPr>
            <p:cNvPr id="24" name="Parallelogram 23">
              <a:extLst>
                <a:ext uri="{FF2B5EF4-FFF2-40B4-BE49-F238E27FC236}">
                  <a16:creationId xmlns:a16="http://schemas.microsoft.com/office/drawing/2014/main" id="{144702B1-C50D-9F47-B88D-4CACF1058656}"/>
                </a:ext>
              </a:extLst>
            </p:cNvPr>
            <p:cNvSpPr/>
            <p:nvPr/>
          </p:nvSpPr>
          <p:spPr>
            <a:xfrm>
              <a:off x="3161339" y="2533135"/>
              <a:ext cx="566776" cy="326986"/>
            </a:xfrm>
            <a:prstGeom prst="parallelogram">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riangle 24">
              <a:extLst>
                <a:ext uri="{FF2B5EF4-FFF2-40B4-BE49-F238E27FC236}">
                  <a16:creationId xmlns:a16="http://schemas.microsoft.com/office/drawing/2014/main" id="{083821C9-B1E0-545B-EC9E-FB66B646EA01}"/>
                </a:ext>
              </a:extLst>
            </p:cNvPr>
            <p:cNvSpPr/>
            <p:nvPr/>
          </p:nvSpPr>
          <p:spPr>
            <a:xfrm rot="20762574">
              <a:off x="3617716" y="2538933"/>
              <a:ext cx="278736" cy="263697"/>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 name="Group 25">
            <a:extLst>
              <a:ext uri="{FF2B5EF4-FFF2-40B4-BE49-F238E27FC236}">
                <a16:creationId xmlns:a16="http://schemas.microsoft.com/office/drawing/2014/main" id="{446E26F8-66CF-EDE1-C60F-A03CB5E5CD0C}"/>
              </a:ext>
            </a:extLst>
          </p:cNvPr>
          <p:cNvGrpSpPr/>
          <p:nvPr/>
        </p:nvGrpSpPr>
        <p:grpSpPr>
          <a:xfrm>
            <a:off x="7665145" y="2842902"/>
            <a:ext cx="313381" cy="169425"/>
            <a:chOff x="3161339" y="2533135"/>
            <a:chExt cx="735113" cy="326986"/>
          </a:xfrm>
        </p:grpSpPr>
        <p:sp>
          <p:nvSpPr>
            <p:cNvPr id="27" name="Parallelogram 26">
              <a:extLst>
                <a:ext uri="{FF2B5EF4-FFF2-40B4-BE49-F238E27FC236}">
                  <a16:creationId xmlns:a16="http://schemas.microsoft.com/office/drawing/2014/main" id="{5291986E-CCE5-2D3D-CF21-69A564977458}"/>
                </a:ext>
              </a:extLst>
            </p:cNvPr>
            <p:cNvSpPr/>
            <p:nvPr/>
          </p:nvSpPr>
          <p:spPr>
            <a:xfrm>
              <a:off x="3161339" y="2533135"/>
              <a:ext cx="566776" cy="326986"/>
            </a:xfrm>
            <a:prstGeom prst="parallelogram">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riangle 27">
              <a:extLst>
                <a:ext uri="{FF2B5EF4-FFF2-40B4-BE49-F238E27FC236}">
                  <a16:creationId xmlns:a16="http://schemas.microsoft.com/office/drawing/2014/main" id="{9547838F-020A-3FA9-4760-A6B91887CE6D}"/>
                </a:ext>
              </a:extLst>
            </p:cNvPr>
            <p:cNvSpPr/>
            <p:nvPr/>
          </p:nvSpPr>
          <p:spPr>
            <a:xfrm rot="20762574">
              <a:off x="3617716" y="2538933"/>
              <a:ext cx="278736" cy="263697"/>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4C2C2FDB-B6A8-D4E5-B67F-AEC53823F706}"/>
              </a:ext>
            </a:extLst>
          </p:cNvPr>
          <p:cNvGrpSpPr/>
          <p:nvPr/>
        </p:nvGrpSpPr>
        <p:grpSpPr>
          <a:xfrm>
            <a:off x="8854776" y="2825427"/>
            <a:ext cx="313381" cy="169425"/>
            <a:chOff x="3161339" y="2533135"/>
            <a:chExt cx="735113" cy="326986"/>
          </a:xfrm>
        </p:grpSpPr>
        <p:sp>
          <p:nvSpPr>
            <p:cNvPr id="30" name="Parallelogram 29">
              <a:extLst>
                <a:ext uri="{FF2B5EF4-FFF2-40B4-BE49-F238E27FC236}">
                  <a16:creationId xmlns:a16="http://schemas.microsoft.com/office/drawing/2014/main" id="{0000FA8F-1F4E-5995-209D-8D6356DF61F2}"/>
                </a:ext>
              </a:extLst>
            </p:cNvPr>
            <p:cNvSpPr/>
            <p:nvPr/>
          </p:nvSpPr>
          <p:spPr>
            <a:xfrm>
              <a:off x="3161339" y="2533135"/>
              <a:ext cx="566776" cy="326986"/>
            </a:xfrm>
            <a:prstGeom prst="parallelogram">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riangle 30">
              <a:extLst>
                <a:ext uri="{FF2B5EF4-FFF2-40B4-BE49-F238E27FC236}">
                  <a16:creationId xmlns:a16="http://schemas.microsoft.com/office/drawing/2014/main" id="{0D885633-5133-6139-9255-7862B1CA8012}"/>
                </a:ext>
              </a:extLst>
            </p:cNvPr>
            <p:cNvSpPr/>
            <p:nvPr/>
          </p:nvSpPr>
          <p:spPr>
            <a:xfrm rot="20762574">
              <a:off x="3617716" y="2538933"/>
              <a:ext cx="278736" cy="263697"/>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032370F6-3642-FB52-FFF9-2C1FDC6FC54F}"/>
              </a:ext>
            </a:extLst>
          </p:cNvPr>
          <p:cNvGrpSpPr/>
          <p:nvPr/>
        </p:nvGrpSpPr>
        <p:grpSpPr>
          <a:xfrm>
            <a:off x="10029683" y="2775408"/>
            <a:ext cx="313381" cy="169425"/>
            <a:chOff x="3161339" y="2533135"/>
            <a:chExt cx="735113" cy="326986"/>
          </a:xfrm>
        </p:grpSpPr>
        <p:sp>
          <p:nvSpPr>
            <p:cNvPr id="33" name="Parallelogram 32">
              <a:extLst>
                <a:ext uri="{FF2B5EF4-FFF2-40B4-BE49-F238E27FC236}">
                  <a16:creationId xmlns:a16="http://schemas.microsoft.com/office/drawing/2014/main" id="{F760CD4E-6570-5B99-443B-BA0047DD42B1}"/>
                </a:ext>
              </a:extLst>
            </p:cNvPr>
            <p:cNvSpPr/>
            <p:nvPr/>
          </p:nvSpPr>
          <p:spPr>
            <a:xfrm>
              <a:off x="3161339" y="2533135"/>
              <a:ext cx="566776" cy="326986"/>
            </a:xfrm>
            <a:prstGeom prst="parallelogram">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Triangle 33">
              <a:extLst>
                <a:ext uri="{FF2B5EF4-FFF2-40B4-BE49-F238E27FC236}">
                  <a16:creationId xmlns:a16="http://schemas.microsoft.com/office/drawing/2014/main" id="{08F45B14-EAE1-71ED-3DC0-8AD0EF132A6D}"/>
                </a:ext>
              </a:extLst>
            </p:cNvPr>
            <p:cNvSpPr/>
            <p:nvPr/>
          </p:nvSpPr>
          <p:spPr>
            <a:xfrm rot="20762574">
              <a:off x="3617716" y="2538933"/>
              <a:ext cx="278736" cy="263697"/>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 name="Group 34">
            <a:extLst>
              <a:ext uri="{FF2B5EF4-FFF2-40B4-BE49-F238E27FC236}">
                <a16:creationId xmlns:a16="http://schemas.microsoft.com/office/drawing/2014/main" id="{02A09C86-F361-CF52-1678-B61D6E54A362}"/>
              </a:ext>
            </a:extLst>
          </p:cNvPr>
          <p:cNvGrpSpPr/>
          <p:nvPr/>
        </p:nvGrpSpPr>
        <p:grpSpPr>
          <a:xfrm>
            <a:off x="11204687" y="2727322"/>
            <a:ext cx="313381" cy="169425"/>
            <a:chOff x="3161339" y="2533135"/>
            <a:chExt cx="735113" cy="326986"/>
          </a:xfrm>
        </p:grpSpPr>
        <p:sp>
          <p:nvSpPr>
            <p:cNvPr id="36" name="Parallelogram 35">
              <a:extLst>
                <a:ext uri="{FF2B5EF4-FFF2-40B4-BE49-F238E27FC236}">
                  <a16:creationId xmlns:a16="http://schemas.microsoft.com/office/drawing/2014/main" id="{C208A163-F408-BDBD-BF6D-57B8EA65D291}"/>
                </a:ext>
              </a:extLst>
            </p:cNvPr>
            <p:cNvSpPr/>
            <p:nvPr/>
          </p:nvSpPr>
          <p:spPr>
            <a:xfrm>
              <a:off x="3161339" y="2533135"/>
              <a:ext cx="566776" cy="326986"/>
            </a:xfrm>
            <a:prstGeom prst="parallelogram">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riangle 36">
              <a:extLst>
                <a:ext uri="{FF2B5EF4-FFF2-40B4-BE49-F238E27FC236}">
                  <a16:creationId xmlns:a16="http://schemas.microsoft.com/office/drawing/2014/main" id="{52BDC338-242A-1C83-7E6E-721431A74945}"/>
                </a:ext>
              </a:extLst>
            </p:cNvPr>
            <p:cNvSpPr/>
            <p:nvPr/>
          </p:nvSpPr>
          <p:spPr>
            <a:xfrm rot="20762574">
              <a:off x="3617716" y="2538933"/>
              <a:ext cx="278736" cy="263697"/>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 name="Group 37">
            <a:extLst>
              <a:ext uri="{FF2B5EF4-FFF2-40B4-BE49-F238E27FC236}">
                <a16:creationId xmlns:a16="http://schemas.microsoft.com/office/drawing/2014/main" id="{08F3675F-46BD-6057-51CD-04EF19E6DB8F}"/>
              </a:ext>
            </a:extLst>
          </p:cNvPr>
          <p:cNvGrpSpPr/>
          <p:nvPr/>
        </p:nvGrpSpPr>
        <p:grpSpPr>
          <a:xfrm>
            <a:off x="8531404" y="4332960"/>
            <a:ext cx="313381" cy="169425"/>
            <a:chOff x="3161339" y="2533135"/>
            <a:chExt cx="735113" cy="326986"/>
          </a:xfrm>
        </p:grpSpPr>
        <p:sp>
          <p:nvSpPr>
            <p:cNvPr id="39" name="Parallelogram 38">
              <a:extLst>
                <a:ext uri="{FF2B5EF4-FFF2-40B4-BE49-F238E27FC236}">
                  <a16:creationId xmlns:a16="http://schemas.microsoft.com/office/drawing/2014/main" id="{D269DB60-FD59-6E9F-63C1-B3AF501227BF}"/>
                </a:ext>
              </a:extLst>
            </p:cNvPr>
            <p:cNvSpPr/>
            <p:nvPr/>
          </p:nvSpPr>
          <p:spPr>
            <a:xfrm>
              <a:off x="3161339" y="2533135"/>
              <a:ext cx="566776" cy="326986"/>
            </a:xfrm>
            <a:prstGeom prst="parallelogram">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Triangle 39">
              <a:extLst>
                <a:ext uri="{FF2B5EF4-FFF2-40B4-BE49-F238E27FC236}">
                  <a16:creationId xmlns:a16="http://schemas.microsoft.com/office/drawing/2014/main" id="{8D483632-4080-726D-5E04-2047BF59E423}"/>
                </a:ext>
              </a:extLst>
            </p:cNvPr>
            <p:cNvSpPr/>
            <p:nvPr/>
          </p:nvSpPr>
          <p:spPr>
            <a:xfrm rot="20762574">
              <a:off x="3617716" y="2538933"/>
              <a:ext cx="278736" cy="263697"/>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 name="Group 40">
            <a:extLst>
              <a:ext uri="{FF2B5EF4-FFF2-40B4-BE49-F238E27FC236}">
                <a16:creationId xmlns:a16="http://schemas.microsoft.com/office/drawing/2014/main" id="{D7656BF6-D138-390B-0187-2ACAFF435A5A}"/>
              </a:ext>
            </a:extLst>
          </p:cNvPr>
          <p:cNvGrpSpPr/>
          <p:nvPr/>
        </p:nvGrpSpPr>
        <p:grpSpPr>
          <a:xfrm>
            <a:off x="9506122" y="4315485"/>
            <a:ext cx="313381" cy="169425"/>
            <a:chOff x="3161339" y="2533135"/>
            <a:chExt cx="735113" cy="326986"/>
          </a:xfrm>
        </p:grpSpPr>
        <p:sp>
          <p:nvSpPr>
            <p:cNvPr id="42" name="Parallelogram 41">
              <a:extLst>
                <a:ext uri="{FF2B5EF4-FFF2-40B4-BE49-F238E27FC236}">
                  <a16:creationId xmlns:a16="http://schemas.microsoft.com/office/drawing/2014/main" id="{76DD21E1-12A4-3639-9B4B-2E2C122E29D5}"/>
                </a:ext>
              </a:extLst>
            </p:cNvPr>
            <p:cNvSpPr/>
            <p:nvPr/>
          </p:nvSpPr>
          <p:spPr>
            <a:xfrm>
              <a:off x="3161339" y="2533135"/>
              <a:ext cx="566776" cy="326986"/>
            </a:xfrm>
            <a:prstGeom prst="parallelogram">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riangle 42">
              <a:extLst>
                <a:ext uri="{FF2B5EF4-FFF2-40B4-BE49-F238E27FC236}">
                  <a16:creationId xmlns:a16="http://schemas.microsoft.com/office/drawing/2014/main" id="{D1AD045F-4EBD-9512-23CC-956F9D967821}"/>
                </a:ext>
              </a:extLst>
            </p:cNvPr>
            <p:cNvSpPr/>
            <p:nvPr/>
          </p:nvSpPr>
          <p:spPr>
            <a:xfrm rot="20762574">
              <a:off x="3617716" y="2538933"/>
              <a:ext cx="278736" cy="263697"/>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 name="Group 43">
            <a:extLst>
              <a:ext uri="{FF2B5EF4-FFF2-40B4-BE49-F238E27FC236}">
                <a16:creationId xmlns:a16="http://schemas.microsoft.com/office/drawing/2014/main" id="{2FD5DA2A-94C5-0CDC-B47A-FC482ACD4272}"/>
              </a:ext>
            </a:extLst>
          </p:cNvPr>
          <p:cNvGrpSpPr/>
          <p:nvPr/>
        </p:nvGrpSpPr>
        <p:grpSpPr>
          <a:xfrm>
            <a:off x="10394353" y="4323650"/>
            <a:ext cx="313381" cy="169425"/>
            <a:chOff x="3161339" y="2533135"/>
            <a:chExt cx="735113" cy="326986"/>
          </a:xfrm>
        </p:grpSpPr>
        <p:sp>
          <p:nvSpPr>
            <p:cNvPr id="45" name="Parallelogram 44">
              <a:extLst>
                <a:ext uri="{FF2B5EF4-FFF2-40B4-BE49-F238E27FC236}">
                  <a16:creationId xmlns:a16="http://schemas.microsoft.com/office/drawing/2014/main" id="{55B52C78-5969-1F0B-D933-1B31C83307A3}"/>
                </a:ext>
              </a:extLst>
            </p:cNvPr>
            <p:cNvSpPr/>
            <p:nvPr/>
          </p:nvSpPr>
          <p:spPr>
            <a:xfrm>
              <a:off x="3161339" y="2533135"/>
              <a:ext cx="566776" cy="326986"/>
            </a:xfrm>
            <a:prstGeom prst="parallelogram">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Triangle 45">
              <a:extLst>
                <a:ext uri="{FF2B5EF4-FFF2-40B4-BE49-F238E27FC236}">
                  <a16:creationId xmlns:a16="http://schemas.microsoft.com/office/drawing/2014/main" id="{14FAACA7-B560-42AD-43BF-F9391C2B564C}"/>
                </a:ext>
              </a:extLst>
            </p:cNvPr>
            <p:cNvSpPr/>
            <p:nvPr/>
          </p:nvSpPr>
          <p:spPr>
            <a:xfrm rot="20762574">
              <a:off x="3617716" y="2538933"/>
              <a:ext cx="278736" cy="263697"/>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 name="Group 46">
            <a:extLst>
              <a:ext uri="{FF2B5EF4-FFF2-40B4-BE49-F238E27FC236}">
                <a16:creationId xmlns:a16="http://schemas.microsoft.com/office/drawing/2014/main" id="{153D5A1D-9169-9411-3538-E5F203FF9918}"/>
              </a:ext>
            </a:extLst>
          </p:cNvPr>
          <p:cNvGrpSpPr/>
          <p:nvPr/>
        </p:nvGrpSpPr>
        <p:grpSpPr>
          <a:xfrm>
            <a:off x="11299591" y="4302092"/>
            <a:ext cx="313381" cy="169425"/>
            <a:chOff x="3161339" y="2533135"/>
            <a:chExt cx="735113" cy="326986"/>
          </a:xfrm>
        </p:grpSpPr>
        <p:sp>
          <p:nvSpPr>
            <p:cNvPr id="48" name="Parallelogram 47">
              <a:extLst>
                <a:ext uri="{FF2B5EF4-FFF2-40B4-BE49-F238E27FC236}">
                  <a16:creationId xmlns:a16="http://schemas.microsoft.com/office/drawing/2014/main" id="{03BEEA6A-F3D1-D6E6-08DE-1E3275F6EE28}"/>
                </a:ext>
              </a:extLst>
            </p:cNvPr>
            <p:cNvSpPr/>
            <p:nvPr/>
          </p:nvSpPr>
          <p:spPr>
            <a:xfrm>
              <a:off x="3161339" y="2533135"/>
              <a:ext cx="566776" cy="326986"/>
            </a:xfrm>
            <a:prstGeom prst="parallelogram">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Triangle 48">
              <a:extLst>
                <a:ext uri="{FF2B5EF4-FFF2-40B4-BE49-F238E27FC236}">
                  <a16:creationId xmlns:a16="http://schemas.microsoft.com/office/drawing/2014/main" id="{C12DCF99-0E41-2543-E860-D6CEE559C836}"/>
                </a:ext>
              </a:extLst>
            </p:cNvPr>
            <p:cNvSpPr/>
            <p:nvPr/>
          </p:nvSpPr>
          <p:spPr>
            <a:xfrm rot="20762574">
              <a:off x="3617716" y="2538933"/>
              <a:ext cx="278736" cy="263697"/>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 name="Group 49">
            <a:extLst>
              <a:ext uri="{FF2B5EF4-FFF2-40B4-BE49-F238E27FC236}">
                <a16:creationId xmlns:a16="http://schemas.microsoft.com/office/drawing/2014/main" id="{D9CF5E59-8971-3FBE-1CA4-FD4403B28706}"/>
              </a:ext>
            </a:extLst>
          </p:cNvPr>
          <p:cNvGrpSpPr/>
          <p:nvPr/>
        </p:nvGrpSpPr>
        <p:grpSpPr>
          <a:xfrm>
            <a:off x="8785372" y="5813708"/>
            <a:ext cx="313381" cy="169425"/>
            <a:chOff x="3161339" y="2533135"/>
            <a:chExt cx="735113" cy="326986"/>
          </a:xfrm>
        </p:grpSpPr>
        <p:sp>
          <p:nvSpPr>
            <p:cNvPr id="51" name="Parallelogram 50">
              <a:extLst>
                <a:ext uri="{FF2B5EF4-FFF2-40B4-BE49-F238E27FC236}">
                  <a16:creationId xmlns:a16="http://schemas.microsoft.com/office/drawing/2014/main" id="{588F7959-F02C-3472-23A2-2C8E9C535516}"/>
                </a:ext>
              </a:extLst>
            </p:cNvPr>
            <p:cNvSpPr/>
            <p:nvPr/>
          </p:nvSpPr>
          <p:spPr>
            <a:xfrm>
              <a:off x="3161339" y="2533135"/>
              <a:ext cx="566776" cy="326986"/>
            </a:xfrm>
            <a:prstGeom prst="parallelogram">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Triangle 51">
              <a:extLst>
                <a:ext uri="{FF2B5EF4-FFF2-40B4-BE49-F238E27FC236}">
                  <a16:creationId xmlns:a16="http://schemas.microsoft.com/office/drawing/2014/main" id="{3A27302B-8B0B-848E-CE0F-5C3A54DEA17B}"/>
                </a:ext>
              </a:extLst>
            </p:cNvPr>
            <p:cNvSpPr/>
            <p:nvPr/>
          </p:nvSpPr>
          <p:spPr>
            <a:xfrm rot="20762574">
              <a:off x="3617716" y="2538933"/>
              <a:ext cx="278736" cy="263697"/>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3" name="Group 52">
            <a:extLst>
              <a:ext uri="{FF2B5EF4-FFF2-40B4-BE49-F238E27FC236}">
                <a16:creationId xmlns:a16="http://schemas.microsoft.com/office/drawing/2014/main" id="{0696132A-51F3-B537-7BCE-164D4A978EC5}"/>
              </a:ext>
            </a:extLst>
          </p:cNvPr>
          <p:cNvGrpSpPr/>
          <p:nvPr/>
        </p:nvGrpSpPr>
        <p:grpSpPr>
          <a:xfrm>
            <a:off x="9896133" y="5796233"/>
            <a:ext cx="313381" cy="169425"/>
            <a:chOff x="3161339" y="2533135"/>
            <a:chExt cx="735113" cy="326986"/>
          </a:xfrm>
        </p:grpSpPr>
        <p:sp>
          <p:nvSpPr>
            <p:cNvPr id="54" name="Parallelogram 53">
              <a:extLst>
                <a:ext uri="{FF2B5EF4-FFF2-40B4-BE49-F238E27FC236}">
                  <a16:creationId xmlns:a16="http://schemas.microsoft.com/office/drawing/2014/main" id="{4C6FCE47-F553-52AD-400F-08EBA13934FA}"/>
                </a:ext>
              </a:extLst>
            </p:cNvPr>
            <p:cNvSpPr/>
            <p:nvPr/>
          </p:nvSpPr>
          <p:spPr>
            <a:xfrm>
              <a:off x="3161339" y="2533135"/>
              <a:ext cx="566776" cy="326986"/>
            </a:xfrm>
            <a:prstGeom prst="parallelogram">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Triangle 54">
              <a:extLst>
                <a:ext uri="{FF2B5EF4-FFF2-40B4-BE49-F238E27FC236}">
                  <a16:creationId xmlns:a16="http://schemas.microsoft.com/office/drawing/2014/main" id="{474D9B5E-AE5F-15C6-BB15-41BD83C47890}"/>
                </a:ext>
              </a:extLst>
            </p:cNvPr>
            <p:cNvSpPr/>
            <p:nvPr/>
          </p:nvSpPr>
          <p:spPr>
            <a:xfrm rot="20762574">
              <a:off x="3617716" y="2538933"/>
              <a:ext cx="278736" cy="263697"/>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6" name="Group 55">
            <a:extLst>
              <a:ext uri="{FF2B5EF4-FFF2-40B4-BE49-F238E27FC236}">
                <a16:creationId xmlns:a16="http://schemas.microsoft.com/office/drawing/2014/main" id="{FCD8A05F-55A6-CAA0-5B7C-C7D48241E463}"/>
              </a:ext>
            </a:extLst>
          </p:cNvPr>
          <p:cNvGrpSpPr/>
          <p:nvPr/>
        </p:nvGrpSpPr>
        <p:grpSpPr>
          <a:xfrm>
            <a:off x="11171587" y="5774674"/>
            <a:ext cx="313381" cy="169425"/>
            <a:chOff x="3161339" y="2533135"/>
            <a:chExt cx="735113" cy="326986"/>
          </a:xfrm>
        </p:grpSpPr>
        <p:sp>
          <p:nvSpPr>
            <p:cNvPr id="57" name="Parallelogram 56">
              <a:extLst>
                <a:ext uri="{FF2B5EF4-FFF2-40B4-BE49-F238E27FC236}">
                  <a16:creationId xmlns:a16="http://schemas.microsoft.com/office/drawing/2014/main" id="{55D46C76-9F92-0E98-00C5-2DF7C9B550EA}"/>
                </a:ext>
              </a:extLst>
            </p:cNvPr>
            <p:cNvSpPr/>
            <p:nvPr/>
          </p:nvSpPr>
          <p:spPr>
            <a:xfrm>
              <a:off x="3161339" y="2533135"/>
              <a:ext cx="566776" cy="326986"/>
            </a:xfrm>
            <a:prstGeom prst="parallelogram">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riangle 57">
              <a:extLst>
                <a:ext uri="{FF2B5EF4-FFF2-40B4-BE49-F238E27FC236}">
                  <a16:creationId xmlns:a16="http://schemas.microsoft.com/office/drawing/2014/main" id="{463F99AF-C6BC-86DE-2E89-D7EAA9A50C4C}"/>
                </a:ext>
              </a:extLst>
            </p:cNvPr>
            <p:cNvSpPr/>
            <p:nvPr/>
          </p:nvSpPr>
          <p:spPr>
            <a:xfrm rot="20762574">
              <a:off x="3617716" y="2538933"/>
              <a:ext cx="278736" cy="263697"/>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9" name="TextBox 58">
            <a:extLst>
              <a:ext uri="{FF2B5EF4-FFF2-40B4-BE49-F238E27FC236}">
                <a16:creationId xmlns:a16="http://schemas.microsoft.com/office/drawing/2014/main" id="{05880149-7E38-2B1D-686A-DF49FF3539DF}"/>
              </a:ext>
            </a:extLst>
          </p:cNvPr>
          <p:cNvSpPr txBox="1"/>
          <p:nvPr/>
        </p:nvSpPr>
        <p:spPr>
          <a:xfrm>
            <a:off x="5350170" y="158413"/>
            <a:ext cx="1817546" cy="923330"/>
          </a:xfrm>
          <a:prstGeom prst="rect">
            <a:avLst/>
          </a:prstGeom>
          <a:noFill/>
        </p:spPr>
        <p:txBody>
          <a:bodyPr wrap="square" rtlCol="0">
            <a:spAutoFit/>
          </a:bodyPr>
          <a:lstStyle/>
          <a:p>
            <a:r>
              <a:rPr lang="en-US" b="1" dirty="0">
                <a:solidFill>
                  <a:srgbClr val="FF0000"/>
                </a:solidFill>
              </a:rPr>
              <a:t>Each option is part of the taxonomy</a:t>
            </a:r>
          </a:p>
        </p:txBody>
      </p:sp>
      <p:sp>
        <p:nvSpPr>
          <p:cNvPr id="60" name="TextBox 59">
            <a:extLst>
              <a:ext uri="{FF2B5EF4-FFF2-40B4-BE49-F238E27FC236}">
                <a16:creationId xmlns:a16="http://schemas.microsoft.com/office/drawing/2014/main" id="{51B8760D-4076-048E-2DDF-2F23B8620A55}"/>
              </a:ext>
            </a:extLst>
          </p:cNvPr>
          <p:cNvSpPr txBox="1"/>
          <p:nvPr/>
        </p:nvSpPr>
        <p:spPr>
          <a:xfrm>
            <a:off x="7278848" y="5965658"/>
            <a:ext cx="1817546" cy="923330"/>
          </a:xfrm>
          <a:prstGeom prst="rect">
            <a:avLst/>
          </a:prstGeom>
          <a:noFill/>
        </p:spPr>
        <p:txBody>
          <a:bodyPr wrap="square" rtlCol="0">
            <a:spAutoFit/>
          </a:bodyPr>
          <a:lstStyle/>
          <a:p>
            <a:r>
              <a:rPr lang="en-US" b="1" dirty="0">
                <a:solidFill>
                  <a:srgbClr val="FF0000"/>
                </a:solidFill>
              </a:rPr>
              <a:t>Hover over cards for more info</a:t>
            </a:r>
          </a:p>
        </p:txBody>
      </p:sp>
      <p:pic>
        <p:nvPicPr>
          <p:cNvPr id="62" name="Picture 61" descr="A black line drawing of a vase&#10;&#10;Description automatically generated">
            <a:extLst>
              <a:ext uri="{FF2B5EF4-FFF2-40B4-BE49-F238E27FC236}">
                <a16:creationId xmlns:a16="http://schemas.microsoft.com/office/drawing/2014/main" id="{336EC500-13DD-AD12-123E-C69660744DD9}"/>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imgEffect>
                  </a14:imgLayer>
                </a14:imgProps>
              </a:ext>
            </a:extLst>
          </a:blip>
          <a:srcRect l="33521" t="40238" r="56132" b="42004"/>
          <a:stretch/>
        </p:blipFill>
        <p:spPr>
          <a:xfrm>
            <a:off x="5262113" y="2904121"/>
            <a:ext cx="833887" cy="1073772"/>
          </a:xfrm>
          <a:prstGeom prst="rect">
            <a:avLst/>
          </a:prstGeom>
        </p:spPr>
      </p:pic>
      <p:pic>
        <p:nvPicPr>
          <p:cNvPr id="63" name="Picture 62" descr="A drawing of a rectangular object&#10;&#10;Description automatically generated">
            <a:extLst>
              <a:ext uri="{FF2B5EF4-FFF2-40B4-BE49-F238E27FC236}">
                <a16:creationId xmlns:a16="http://schemas.microsoft.com/office/drawing/2014/main" id="{FEC85D81-EC10-4840-25AB-286D8D8DD239}"/>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imgEffect>
                  </a14:imgLayer>
                </a14:imgProps>
              </a:ext>
            </a:extLst>
          </a:blip>
          <a:srcRect l="14354" t="14684" r="18419" b="19611"/>
          <a:stretch/>
        </p:blipFill>
        <p:spPr>
          <a:xfrm>
            <a:off x="5262113" y="1544428"/>
            <a:ext cx="2853307" cy="2092425"/>
          </a:xfrm>
          <a:prstGeom prst="rect">
            <a:avLst/>
          </a:prstGeom>
        </p:spPr>
      </p:pic>
      <p:sp>
        <p:nvSpPr>
          <p:cNvPr id="64" name="TextBox 63">
            <a:extLst>
              <a:ext uri="{FF2B5EF4-FFF2-40B4-BE49-F238E27FC236}">
                <a16:creationId xmlns:a16="http://schemas.microsoft.com/office/drawing/2014/main" id="{69249E78-D309-3185-A4A4-F19E94B80A94}"/>
              </a:ext>
            </a:extLst>
          </p:cNvPr>
          <p:cNvSpPr txBox="1"/>
          <p:nvPr/>
        </p:nvSpPr>
        <p:spPr>
          <a:xfrm>
            <a:off x="5688263" y="1980112"/>
            <a:ext cx="2200119" cy="1169551"/>
          </a:xfrm>
          <a:prstGeom prst="rect">
            <a:avLst/>
          </a:prstGeom>
          <a:noFill/>
        </p:spPr>
        <p:txBody>
          <a:bodyPr wrap="square" rtlCol="0">
            <a:spAutoFit/>
          </a:bodyPr>
          <a:lstStyle/>
          <a:p>
            <a:r>
              <a:rPr lang="en-US" sz="1400" b="0" i="0" u="none" strike="noStrike" dirty="0">
                <a:solidFill>
                  <a:srgbClr val="000000"/>
                </a:solidFill>
                <a:effectLst/>
              </a:rPr>
              <a:t>Positive, uplifting statements about the customer’s character and capability to handle their given situation</a:t>
            </a:r>
            <a:endParaRPr lang="en-US" sz="1400" dirty="0"/>
          </a:p>
        </p:txBody>
      </p:sp>
      <p:sp>
        <p:nvSpPr>
          <p:cNvPr id="65" name="TextBox 64">
            <a:extLst>
              <a:ext uri="{FF2B5EF4-FFF2-40B4-BE49-F238E27FC236}">
                <a16:creationId xmlns:a16="http://schemas.microsoft.com/office/drawing/2014/main" id="{817CF6C0-3BF0-110C-BC36-2BD35930CFD6}"/>
              </a:ext>
            </a:extLst>
          </p:cNvPr>
          <p:cNvSpPr txBox="1"/>
          <p:nvPr/>
        </p:nvSpPr>
        <p:spPr>
          <a:xfrm>
            <a:off x="6744572" y="3336512"/>
            <a:ext cx="1477805" cy="276999"/>
          </a:xfrm>
          <a:prstGeom prst="rect">
            <a:avLst/>
          </a:prstGeom>
          <a:noFill/>
        </p:spPr>
        <p:txBody>
          <a:bodyPr wrap="square" rtlCol="0">
            <a:spAutoFit/>
          </a:bodyPr>
          <a:lstStyle/>
          <a:p>
            <a:r>
              <a:rPr lang="en-US" sz="1200" b="0" i="0" u="none" strike="noStrike" dirty="0">
                <a:solidFill>
                  <a:srgbClr val="000000"/>
                </a:solidFill>
                <a:effectLst/>
              </a:rPr>
              <a:t>Empowerment</a:t>
            </a:r>
            <a:endParaRPr lang="en-US" sz="1400" dirty="0"/>
          </a:p>
        </p:txBody>
      </p:sp>
      <p:sp>
        <p:nvSpPr>
          <p:cNvPr id="66" name="TextBox 65">
            <a:extLst>
              <a:ext uri="{FF2B5EF4-FFF2-40B4-BE49-F238E27FC236}">
                <a16:creationId xmlns:a16="http://schemas.microsoft.com/office/drawing/2014/main" id="{FD1500E8-F011-B727-977C-9D04F8440F13}"/>
              </a:ext>
            </a:extLst>
          </p:cNvPr>
          <p:cNvSpPr txBox="1"/>
          <p:nvPr/>
        </p:nvSpPr>
        <p:spPr>
          <a:xfrm>
            <a:off x="2716688" y="5725616"/>
            <a:ext cx="3614811" cy="646331"/>
          </a:xfrm>
          <a:prstGeom prst="rect">
            <a:avLst/>
          </a:prstGeom>
          <a:noFill/>
        </p:spPr>
        <p:txBody>
          <a:bodyPr wrap="square" rtlCol="0">
            <a:spAutoFit/>
          </a:bodyPr>
          <a:lstStyle/>
          <a:p>
            <a:r>
              <a:rPr lang="en-US" b="1" dirty="0">
                <a:solidFill>
                  <a:srgbClr val="FF0000"/>
                </a:solidFill>
              </a:rPr>
              <a:t>Response appears here as player “builds”</a:t>
            </a:r>
          </a:p>
        </p:txBody>
      </p:sp>
    </p:spTree>
    <p:extLst>
      <p:ext uri="{BB962C8B-B14F-4D97-AF65-F5344CB8AC3E}">
        <p14:creationId xmlns:p14="http://schemas.microsoft.com/office/powerpoint/2010/main" val="2440306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animBg="1"/>
      <p:bldP spid="59" grpId="1"/>
      <p:bldP spid="60" grpId="0"/>
      <p:bldP spid="64" grpId="0"/>
      <p:bldP spid="65" grpId="0"/>
      <p:bldP spid="6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69EE6-1BBB-4267-B01E-9130669EB043}"/>
            </a:ext>
          </a:extLst>
        </p:cNvPr>
        <p:cNvGrpSpPr/>
        <p:nvPr/>
      </p:nvGrpSpPr>
      <p:grpSpPr>
        <a:xfrm>
          <a:off x="0" y="0"/>
          <a:ext cx="0" cy="0"/>
          <a:chOff x="0" y="0"/>
          <a:chExt cx="0" cy="0"/>
        </a:xfrm>
      </p:grpSpPr>
      <p:pic>
        <p:nvPicPr>
          <p:cNvPr id="9" name="Picture 8" descr="A drawing of plants on shelves&#10;&#10;Description automatically generated">
            <a:extLst>
              <a:ext uri="{FF2B5EF4-FFF2-40B4-BE49-F238E27FC236}">
                <a16:creationId xmlns:a16="http://schemas.microsoft.com/office/drawing/2014/main" id="{0871096C-11EE-2BAB-5A10-D59E88482198}"/>
              </a:ext>
            </a:extLst>
          </p:cNvPr>
          <p:cNvPicPr>
            <a:picLocks noChangeAspect="1"/>
          </p:cNvPicPr>
          <p:nvPr/>
        </p:nvPicPr>
        <p:blipFill>
          <a:blip r:embed="rId3"/>
          <a:stretch>
            <a:fillRect/>
          </a:stretch>
        </p:blipFill>
        <p:spPr>
          <a:xfrm>
            <a:off x="2372497" y="416970"/>
            <a:ext cx="9305382" cy="6244395"/>
          </a:xfrm>
          <a:prstGeom prst="rect">
            <a:avLst/>
          </a:prstGeom>
        </p:spPr>
      </p:pic>
      <p:sp>
        <p:nvSpPr>
          <p:cNvPr id="8" name="TextBox 7">
            <a:extLst>
              <a:ext uri="{FF2B5EF4-FFF2-40B4-BE49-F238E27FC236}">
                <a16:creationId xmlns:a16="http://schemas.microsoft.com/office/drawing/2014/main" id="{13E1133E-A39C-E095-6B11-DE3442871B06}"/>
              </a:ext>
            </a:extLst>
          </p:cNvPr>
          <p:cNvSpPr txBox="1"/>
          <p:nvPr/>
        </p:nvSpPr>
        <p:spPr>
          <a:xfrm>
            <a:off x="294924" y="435412"/>
            <a:ext cx="1774268" cy="369332"/>
          </a:xfrm>
          <a:prstGeom prst="rect">
            <a:avLst/>
          </a:prstGeom>
          <a:noFill/>
        </p:spPr>
        <p:txBody>
          <a:bodyPr wrap="none" rtlCol="0">
            <a:spAutoFit/>
          </a:bodyPr>
          <a:lstStyle/>
          <a:p>
            <a:r>
              <a:rPr lang="en-US" b="1" dirty="0"/>
              <a:t>Filling an Order</a:t>
            </a:r>
          </a:p>
        </p:txBody>
      </p:sp>
      <p:pic>
        <p:nvPicPr>
          <p:cNvPr id="10" name="Picture 9" descr="A drawing of a heart and a rectangle&#10;&#10;Description automatically generated">
            <a:extLst>
              <a:ext uri="{FF2B5EF4-FFF2-40B4-BE49-F238E27FC236}">
                <a16:creationId xmlns:a16="http://schemas.microsoft.com/office/drawing/2014/main" id="{D57A9BAA-0230-DE34-AEB2-5A0D636E0AE5}"/>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7315" b="55278" l="0" r="50000">
                        <a14:foregroundMark x1="69" y1="7778" x2="24653" y2="6944"/>
                        <a14:foregroundMark x1="24653" y1="6944" x2="34306" y2="7778"/>
                        <a14:foregroundMark x1="34306" y1="7778" x2="37847" y2="7407"/>
                        <a14:foregroundMark x1="2083" y1="7963" x2="556" y2="14352"/>
                        <a14:foregroundMark x1="556" y1="14352" x2="347" y2="28333"/>
                        <a14:foregroundMark x1="43768" y1="21802" x2="44639" y2="21671"/>
                        <a14:foregroundMark x1="347" y1="28333" x2="43621" y2="21824"/>
                        <a14:foregroundMark x1="43681" y1="14815" x2="43681" y2="9167"/>
                        <a14:foregroundMark x1="43681" y1="9167" x2="43056" y2="7500"/>
                        <a14:foregroundMark x1="2639" y1="27778" x2="34653" y2="19167"/>
                        <a14:foregroundMark x1="34653" y1="19167" x2="30417" y2="16389"/>
                        <a14:foregroundMark x1="30417" y1="16389" x2="10139" y2="15463"/>
                        <a14:foregroundMark x1="10139" y1="15463" x2="5903" y2="18148"/>
                        <a14:foregroundMark x1="5903" y1="18148" x2="4236" y2="21944"/>
                        <a14:foregroundMark x1="2153" y1="9537" x2="14167" y2="9630"/>
                        <a14:foregroundMark x1="14167" y1="9630" x2="35417" y2="7037"/>
                        <a14:foregroundMark x1="35417" y1="7037" x2="40347" y2="8148"/>
                        <a14:foregroundMark x1="40347" y1="8148" x2="34792" y2="11667"/>
                        <a14:foregroundMark x1="34792" y1="11667" x2="0" y2="12222"/>
                        <a14:foregroundMark x1="43472" y1="14722" x2="43542" y2="21481"/>
                        <a14:foregroundMark x1="43264" y1="21944" x2="43194" y2="43611"/>
                        <a14:foregroundMark x1="43194" y1="43611" x2="39722" y2="49074"/>
                        <a14:foregroundMark x1="39722" y1="49074" x2="18819" y2="48796"/>
                        <a14:foregroundMark x1="18819" y1="48796" x2="14236" y2="47685"/>
                        <a14:foregroundMark x1="14236" y1="47685" x2="8333" y2="41389"/>
                        <a14:foregroundMark x1="8333" y1="41389" x2="6944" y2="33519"/>
                        <a14:foregroundMark x1="6944" y1="33519" x2="9375" y2="25926"/>
                        <a14:foregroundMark x1="9375" y1="25926" x2="15278" y2="21111"/>
                        <a14:foregroundMark x1="15278" y1="21111" x2="23403" y2="19074"/>
                        <a14:foregroundMark x1="23403" y1="19074" x2="38889" y2="22593"/>
                        <a14:foregroundMark x1="38889" y1="22593" x2="42986" y2="22037"/>
                        <a14:foregroundMark x1="7569" y1="26667" x2="39722" y2="20278"/>
                        <a14:foregroundMark x1="39722" y1="20278" x2="36042" y2="24537"/>
                        <a14:foregroundMark x1="36042" y1="24537" x2="26250" y2="24722"/>
                        <a14:foregroundMark x1="8611" y1="30741" x2="12708" y2="24630"/>
                        <a14:foregroundMark x1="12708" y1="24630" x2="27431" y2="18148"/>
                        <a14:foregroundMark x1="27431" y1="18148" x2="39792" y2="21111"/>
                        <a14:foregroundMark x1="39792" y1="21111" x2="42361" y2="26574"/>
                        <a14:foregroundMark x1="42361" y1="26574" x2="39931" y2="47593"/>
                        <a14:foregroundMark x1="39931" y1="47593" x2="35417" y2="50370"/>
                        <a14:foregroundMark x1="35417" y1="50370" x2="4097" y2="52963"/>
                        <a14:foregroundMark x1="4097" y1="52963" x2="764" y2="48241"/>
                        <a14:foregroundMark x1="764" y1="48241" x2="2222" y2="32500"/>
                        <a14:foregroundMark x1="2222" y1="32500" x2="6458" y2="28056"/>
                        <a14:foregroundMark x1="6458" y1="28056" x2="11458" y2="25370"/>
                        <a14:foregroundMark x1="35486" y1="49352" x2="44931" y2="46111"/>
                        <a14:foregroundMark x1="44931" y1="46111" x2="48681" y2="50000"/>
                        <a14:foregroundMark x1="48681" y1="50000" x2="43472" y2="54167"/>
                        <a14:foregroundMark x1="43472" y1="54167" x2="37569" y2="53519"/>
                        <a14:foregroundMark x1="37569" y1="53519" x2="36458" y2="49259"/>
                        <a14:foregroundMark x1="45625" y1="46019" x2="50208" y2="48333"/>
                        <a14:foregroundMark x1="50208" y1="48333" x2="48264" y2="53981"/>
                        <a14:foregroundMark x1="48264" y1="53981" x2="46111" y2="48519"/>
                        <a14:foregroundMark x1="46111" y1="48519" x2="45833" y2="46389"/>
                        <a14:foregroundMark x1="43750" y1="45833" x2="48472" y2="45556"/>
                        <a14:foregroundMark x1="48472" y1="45556" x2="49931" y2="51481"/>
                        <a14:foregroundMark x1="49931" y1="51481" x2="45625" y2="54352"/>
                        <a14:foregroundMark x1="45625" y1="54352" x2="37639" y2="53796"/>
                        <a14:foregroundMark x1="49861" y1="54259" x2="49653" y2="47963"/>
                        <a14:foregroundMark x1="49653" y1="47963" x2="50069" y2="54167"/>
                        <a14:foregroundMark x1="50069" y1="54167" x2="49514" y2="45556"/>
                        <a14:foregroundMark x1="31111" y1="54537" x2="6250" y2="52685"/>
                        <a14:foregroundMark x1="6250" y1="52685" x2="3681" y2="55278"/>
                        <a14:backgroundMark x1="45208" y1="19722" x2="46042" y2="21852"/>
                        <a14:backgroundMark x1="43611" y1="21759" x2="45069" y2="18981"/>
                        <a14:backgroundMark x1="44861" y1="18796" x2="45000" y2="20370"/>
                        <a14:backgroundMark x1="3750" y1="55278" x2="3542" y2="55000"/>
                        <a14:backgroundMark x1="3611" y1="55000" x2="4583" y2="54907"/>
                        <a14:backgroundMark x1="44097" y1="22130" x2="44375" y2="22222"/>
                      </a14:backgroundRemoval>
                    </a14:imgEffect>
                  </a14:imgLayer>
                </a14:imgProps>
              </a:ext>
            </a:extLst>
          </a:blip>
          <a:srcRect l="43859" t="44135" r="48547" b="44017"/>
          <a:stretch/>
        </p:blipFill>
        <p:spPr>
          <a:xfrm>
            <a:off x="2372496" y="2927615"/>
            <a:ext cx="780112" cy="870858"/>
          </a:xfrm>
          <a:prstGeom prst="rect">
            <a:avLst/>
          </a:prstGeom>
        </p:spPr>
      </p:pic>
      <p:grpSp>
        <p:nvGrpSpPr>
          <p:cNvPr id="13" name="Group 12">
            <a:extLst>
              <a:ext uri="{FF2B5EF4-FFF2-40B4-BE49-F238E27FC236}">
                <a16:creationId xmlns:a16="http://schemas.microsoft.com/office/drawing/2014/main" id="{B6438DC4-E27C-B9EE-F27D-9FCBE80A8E64}"/>
              </a:ext>
            </a:extLst>
          </p:cNvPr>
          <p:cNvGrpSpPr/>
          <p:nvPr/>
        </p:nvGrpSpPr>
        <p:grpSpPr>
          <a:xfrm>
            <a:off x="7411177" y="1390882"/>
            <a:ext cx="313381" cy="169425"/>
            <a:chOff x="3161339" y="2533135"/>
            <a:chExt cx="735113" cy="326986"/>
          </a:xfrm>
        </p:grpSpPr>
        <p:sp>
          <p:nvSpPr>
            <p:cNvPr id="11" name="Parallelogram 10">
              <a:extLst>
                <a:ext uri="{FF2B5EF4-FFF2-40B4-BE49-F238E27FC236}">
                  <a16:creationId xmlns:a16="http://schemas.microsoft.com/office/drawing/2014/main" id="{C41F7ED3-2646-ADED-F2CC-88541BB113C6}"/>
                </a:ext>
              </a:extLst>
            </p:cNvPr>
            <p:cNvSpPr/>
            <p:nvPr/>
          </p:nvSpPr>
          <p:spPr>
            <a:xfrm>
              <a:off x="3161339" y="2533135"/>
              <a:ext cx="566776" cy="326986"/>
            </a:xfrm>
            <a:prstGeom prst="parallelogram">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riangle 11">
              <a:extLst>
                <a:ext uri="{FF2B5EF4-FFF2-40B4-BE49-F238E27FC236}">
                  <a16:creationId xmlns:a16="http://schemas.microsoft.com/office/drawing/2014/main" id="{F8CB8E7F-BE10-9CE6-11B0-AD38D00CEF1C}"/>
                </a:ext>
              </a:extLst>
            </p:cNvPr>
            <p:cNvSpPr/>
            <p:nvPr/>
          </p:nvSpPr>
          <p:spPr>
            <a:xfrm rot="20762574">
              <a:off x="3617716" y="2538933"/>
              <a:ext cx="278736" cy="263697"/>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C0F8A0E5-C5B2-D6B4-C7D5-E3951F75D6FE}"/>
              </a:ext>
            </a:extLst>
          </p:cNvPr>
          <p:cNvGrpSpPr/>
          <p:nvPr/>
        </p:nvGrpSpPr>
        <p:grpSpPr>
          <a:xfrm>
            <a:off x="8359990" y="1373407"/>
            <a:ext cx="313381" cy="169425"/>
            <a:chOff x="3161339" y="2533135"/>
            <a:chExt cx="735113" cy="326986"/>
          </a:xfrm>
        </p:grpSpPr>
        <p:sp>
          <p:nvSpPr>
            <p:cNvPr id="15" name="Parallelogram 14">
              <a:extLst>
                <a:ext uri="{FF2B5EF4-FFF2-40B4-BE49-F238E27FC236}">
                  <a16:creationId xmlns:a16="http://schemas.microsoft.com/office/drawing/2014/main" id="{566C211B-DF40-BA50-09EA-5158B1639D1D}"/>
                </a:ext>
              </a:extLst>
            </p:cNvPr>
            <p:cNvSpPr/>
            <p:nvPr/>
          </p:nvSpPr>
          <p:spPr>
            <a:xfrm>
              <a:off x="3161339" y="2533135"/>
              <a:ext cx="566776" cy="326986"/>
            </a:xfrm>
            <a:prstGeom prst="parallelogram">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riangle 15">
              <a:extLst>
                <a:ext uri="{FF2B5EF4-FFF2-40B4-BE49-F238E27FC236}">
                  <a16:creationId xmlns:a16="http://schemas.microsoft.com/office/drawing/2014/main" id="{F29097A6-F5D9-B91F-A36A-BF4337EBAC88}"/>
                </a:ext>
              </a:extLst>
            </p:cNvPr>
            <p:cNvSpPr/>
            <p:nvPr/>
          </p:nvSpPr>
          <p:spPr>
            <a:xfrm rot="20762574">
              <a:off x="3617716" y="2538933"/>
              <a:ext cx="278736" cy="263697"/>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D3A08ADC-26F7-95EC-3986-BCB370A5431B}"/>
              </a:ext>
            </a:extLst>
          </p:cNvPr>
          <p:cNvGrpSpPr/>
          <p:nvPr/>
        </p:nvGrpSpPr>
        <p:grpSpPr>
          <a:xfrm>
            <a:off x="9298971" y="1355932"/>
            <a:ext cx="313381" cy="169425"/>
            <a:chOff x="3161339" y="2533135"/>
            <a:chExt cx="735113" cy="326986"/>
          </a:xfrm>
        </p:grpSpPr>
        <p:sp>
          <p:nvSpPr>
            <p:cNvPr id="18" name="Parallelogram 17">
              <a:extLst>
                <a:ext uri="{FF2B5EF4-FFF2-40B4-BE49-F238E27FC236}">
                  <a16:creationId xmlns:a16="http://schemas.microsoft.com/office/drawing/2014/main" id="{AB24CC0C-C3E8-28A5-407A-00D038FDABF3}"/>
                </a:ext>
              </a:extLst>
            </p:cNvPr>
            <p:cNvSpPr/>
            <p:nvPr/>
          </p:nvSpPr>
          <p:spPr>
            <a:xfrm>
              <a:off x="3161339" y="2533135"/>
              <a:ext cx="566776" cy="326986"/>
            </a:xfrm>
            <a:prstGeom prst="parallelogram">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riangle 18">
              <a:extLst>
                <a:ext uri="{FF2B5EF4-FFF2-40B4-BE49-F238E27FC236}">
                  <a16:creationId xmlns:a16="http://schemas.microsoft.com/office/drawing/2014/main" id="{64C67E09-6DA0-156B-5827-EB58878DDDD9}"/>
                </a:ext>
              </a:extLst>
            </p:cNvPr>
            <p:cNvSpPr/>
            <p:nvPr/>
          </p:nvSpPr>
          <p:spPr>
            <a:xfrm rot="20762574">
              <a:off x="3617716" y="2538933"/>
              <a:ext cx="278736" cy="263697"/>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161B8FFC-8F07-5BE4-7D74-9ED94757514E}"/>
              </a:ext>
            </a:extLst>
          </p:cNvPr>
          <p:cNvGrpSpPr/>
          <p:nvPr/>
        </p:nvGrpSpPr>
        <p:grpSpPr>
          <a:xfrm>
            <a:off x="10252609" y="1338457"/>
            <a:ext cx="313381" cy="169425"/>
            <a:chOff x="3161339" y="2533135"/>
            <a:chExt cx="735113" cy="326986"/>
          </a:xfrm>
        </p:grpSpPr>
        <p:sp>
          <p:nvSpPr>
            <p:cNvPr id="21" name="Parallelogram 20">
              <a:extLst>
                <a:ext uri="{FF2B5EF4-FFF2-40B4-BE49-F238E27FC236}">
                  <a16:creationId xmlns:a16="http://schemas.microsoft.com/office/drawing/2014/main" id="{461AC022-A641-4608-55A3-D09FA60F278A}"/>
                </a:ext>
              </a:extLst>
            </p:cNvPr>
            <p:cNvSpPr/>
            <p:nvPr/>
          </p:nvSpPr>
          <p:spPr>
            <a:xfrm>
              <a:off x="3161339" y="2533135"/>
              <a:ext cx="566776" cy="326986"/>
            </a:xfrm>
            <a:prstGeom prst="parallelogram">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riangle 21">
              <a:extLst>
                <a:ext uri="{FF2B5EF4-FFF2-40B4-BE49-F238E27FC236}">
                  <a16:creationId xmlns:a16="http://schemas.microsoft.com/office/drawing/2014/main" id="{3373DCC9-99F5-9824-A5F8-F9D05D9A08F1}"/>
                </a:ext>
              </a:extLst>
            </p:cNvPr>
            <p:cNvSpPr/>
            <p:nvPr/>
          </p:nvSpPr>
          <p:spPr>
            <a:xfrm rot="20762574">
              <a:off x="3617716" y="2538933"/>
              <a:ext cx="278736" cy="263697"/>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3213A85D-C090-C46D-4275-A767D1B51536}"/>
              </a:ext>
            </a:extLst>
          </p:cNvPr>
          <p:cNvGrpSpPr/>
          <p:nvPr/>
        </p:nvGrpSpPr>
        <p:grpSpPr>
          <a:xfrm>
            <a:off x="11119760" y="1320982"/>
            <a:ext cx="313381" cy="169425"/>
            <a:chOff x="3161339" y="2533135"/>
            <a:chExt cx="735113" cy="326986"/>
          </a:xfrm>
        </p:grpSpPr>
        <p:sp>
          <p:nvSpPr>
            <p:cNvPr id="24" name="Parallelogram 23">
              <a:extLst>
                <a:ext uri="{FF2B5EF4-FFF2-40B4-BE49-F238E27FC236}">
                  <a16:creationId xmlns:a16="http://schemas.microsoft.com/office/drawing/2014/main" id="{CD381DD7-FD2D-8D29-4F50-52933EBA9FF4}"/>
                </a:ext>
              </a:extLst>
            </p:cNvPr>
            <p:cNvSpPr/>
            <p:nvPr/>
          </p:nvSpPr>
          <p:spPr>
            <a:xfrm>
              <a:off x="3161339" y="2533135"/>
              <a:ext cx="566776" cy="326986"/>
            </a:xfrm>
            <a:prstGeom prst="parallelogram">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riangle 24">
              <a:extLst>
                <a:ext uri="{FF2B5EF4-FFF2-40B4-BE49-F238E27FC236}">
                  <a16:creationId xmlns:a16="http://schemas.microsoft.com/office/drawing/2014/main" id="{A3ACD078-E12B-286D-0707-E4DE515744EE}"/>
                </a:ext>
              </a:extLst>
            </p:cNvPr>
            <p:cNvSpPr/>
            <p:nvPr/>
          </p:nvSpPr>
          <p:spPr>
            <a:xfrm rot="20762574">
              <a:off x="3617716" y="2538933"/>
              <a:ext cx="278736" cy="263697"/>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 name="Group 25">
            <a:extLst>
              <a:ext uri="{FF2B5EF4-FFF2-40B4-BE49-F238E27FC236}">
                <a16:creationId xmlns:a16="http://schemas.microsoft.com/office/drawing/2014/main" id="{498C4A3E-CEB5-ABEC-E5FF-EEC31F30F8B8}"/>
              </a:ext>
            </a:extLst>
          </p:cNvPr>
          <p:cNvGrpSpPr/>
          <p:nvPr/>
        </p:nvGrpSpPr>
        <p:grpSpPr>
          <a:xfrm>
            <a:off x="7665145" y="2842902"/>
            <a:ext cx="313381" cy="169425"/>
            <a:chOff x="3161339" y="2533135"/>
            <a:chExt cx="735113" cy="326986"/>
          </a:xfrm>
        </p:grpSpPr>
        <p:sp>
          <p:nvSpPr>
            <p:cNvPr id="27" name="Parallelogram 26">
              <a:extLst>
                <a:ext uri="{FF2B5EF4-FFF2-40B4-BE49-F238E27FC236}">
                  <a16:creationId xmlns:a16="http://schemas.microsoft.com/office/drawing/2014/main" id="{686DD336-BBEE-296D-067A-BC3DF4530E30}"/>
                </a:ext>
              </a:extLst>
            </p:cNvPr>
            <p:cNvSpPr/>
            <p:nvPr/>
          </p:nvSpPr>
          <p:spPr>
            <a:xfrm>
              <a:off x="3161339" y="2533135"/>
              <a:ext cx="566776" cy="326986"/>
            </a:xfrm>
            <a:prstGeom prst="parallelogram">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riangle 27">
              <a:extLst>
                <a:ext uri="{FF2B5EF4-FFF2-40B4-BE49-F238E27FC236}">
                  <a16:creationId xmlns:a16="http://schemas.microsoft.com/office/drawing/2014/main" id="{ECF4B274-DED1-7C67-7997-C92B7766E7F3}"/>
                </a:ext>
              </a:extLst>
            </p:cNvPr>
            <p:cNvSpPr/>
            <p:nvPr/>
          </p:nvSpPr>
          <p:spPr>
            <a:xfrm rot="20762574">
              <a:off x="3617716" y="2538933"/>
              <a:ext cx="278736" cy="263697"/>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F011C2D1-1423-0FE5-919E-216E8C103254}"/>
              </a:ext>
            </a:extLst>
          </p:cNvPr>
          <p:cNvGrpSpPr/>
          <p:nvPr/>
        </p:nvGrpSpPr>
        <p:grpSpPr>
          <a:xfrm>
            <a:off x="8854776" y="2825427"/>
            <a:ext cx="313381" cy="169425"/>
            <a:chOff x="3161339" y="2533135"/>
            <a:chExt cx="735113" cy="326986"/>
          </a:xfrm>
        </p:grpSpPr>
        <p:sp>
          <p:nvSpPr>
            <p:cNvPr id="30" name="Parallelogram 29">
              <a:extLst>
                <a:ext uri="{FF2B5EF4-FFF2-40B4-BE49-F238E27FC236}">
                  <a16:creationId xmlns:a16="http://schemas.microsoft.com/office/drawing/2014/main" id="{012E9621-321F-13C3-A3FA-591606786FA7}"/>
                </a:ext>
              </a:extLst>
            </p:cNvPr>
            <p:cNvSpPr/>
            <p:nvPr/>
          </p:nvSpPr>
          <p:spPr>
            <a:xfrm>
              <a:off x="3161339" y="2533135"/>
              <a:ext cx="566776" cy="326986"/>
            </a:xfrm>
            <a:prstGeom prst="parallelogram">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riangle 30">
              <a:extLst>
                <a:ext uri="{FF2B5EF4-FFF2-40B4-BE49-F238E27FC236}">
                  <a16:creationId xmlns:a16="http://schemas.microsoft.com/office/drawing/2014/main" id="{13E5AA41-011F-C96A-1E3A-C2E589E505C6}"/>
                </a:ext>
              </a:extLst>
            </p:cNvPr>
            <p:cNvSpPr/>
            <p:nvPr/>
          </p:nvSpPr>
          <p:spPr>
            <a:xfrm rot="20762574">
              <a:off x="3617716" y="2538933"/>
              <a:ext cx="278736" cy="263697"/>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4684E5E4-5E34-FB37-0D66-88F922E2D75D}"/>
              </a:ext>
            </a:extLst>
          </p:cNvPr>
          <p:cNvGrpSpPr/>
          <p:nvPr/>
        </p:nvGrpSpPr>
        <p:grpSpPr>
          <a:xfrm>
            <a:off x="10029683" y="2775408"/>
            <a:ext cx="313381" cy="169425"/>
            <a:chOff x="3161339" y="2533135"/>
            <a:chExt cx="735113" cy="326986"/>
          </a:xfrm>
        </p:grpSpPr>
        <p:sp>
          <p:nvSpPr>
            <p:cNvPr id="33" name="Parallelogram 32">
              <a:extLst>
                <a:ext uri="{FF2B5EF4-FFF2-40B4-BE49-F238E27FC236}">
                  <a16:creationId xmlns:a16="http://schemas.microsoft.com/office/drawing/2014/main" id="{C83D9975-D744-F079-87CC-764D958983F7}"/>
                </a:ext>
              </a:extLst>
            </p:cNvPr>
            <p:cNvSpPr/>
            <p:nvPr/>
          </p:nvSpPr>
          <p:spPr>
            <a:xfrm>
              <a:off x="3161339" y="2533135"/>
              <a:ext cx="566776" cy="326986"/>
            </a:xfrm>
            <a:prstGeom prst="parallelogram">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Triangle 33">
              <a:extLst>
                <a:ext uri="{FF2B5EF4-FFF2-40B4-BE49-F238E27FC236}">
                  <a16:creationId xmlns:a16="http://schemas.microsoft.com/office/drawing/2014/main" id="{182CA71E-0FA8-E111-BA57-9D80EF550D64}"/>
                </a:ext>
              </a:extLst>
            </p:cNvPr>
            <p:cNvSpPr/>
            <p:nvPr/>
          </p:nvSpPr>
          <p:spPr>
            <a:xfrm rot="20762574">
              <a:off x="3617716" y="2538933"/>
              <a:ext cx="278736" cy="263697"/>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 name="Group 34">
            <a:extLst>
              <a:ext uri="{FF2B5EF4-FFF2-40B4-BE49-F238E27FC236}">
                <a16:creationId xmlns:a16="http://schemas.microsoft.com/office/drawing/2014/main" id="{66C20359-0E87-5DC5-E275-67940A0541B6}"/>
              </a:ext>
            </a:extLst>
          </p:cNvPr>
          <p:cNvGrpSpPr/>
          <p:nvPr/>
        </p:nvGrpSpPr>
        <p:grpSpPr>
          <a:xfrm>
            <a:off x="11204687" y="2727322"/>
            <a:ext cx="313381" cy="169425"/>
            <a:chOff x="3161339" y="2533135"/>
            <a:chExt cx="735113" cy="326986"/>
          </a:xfrm>
        </p:grpSpPr>
        <p:sp>
          <p:nvSpPr>
            <p:cNvPr id="36" name="Parallelogram 35">
              <a:extLst>
                <a:ext uri="{FF2B5EF4-FFF2-40B4-BE49-F238E27FC236}">
                  <a16:creationId xmlns:a16="http://schemas.microsoft.com/office/drawing/2014/main" id="{653D5DC1-C05E-B393-4B62-489C1B80A105}"/>
                </a:ext>
              </a:extLst>
            </p:cNvPr>
            <p:cNvSpPr/>
            <p:nvPr/>
          </p:nvSpPr>
          <p:spPr>
            <a:xfrm>
              <a:off x="3161339" y="2533135"/>
              <a:ext cx="566776" cy="326986"/>
            </a:xfrm>
            <a:prstGeom prst="parallelogram">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riangle 36">
              <a:extLst>
                <a:ext uri="{FF2B5EF4-FFF2-40B4-BE49-F238E27FC236}">
                  <a16:creationId xmlns:a16="http://schemas.microsoft.com/office/drawing/2014/main" id="{F95DB830-0C68-FF21-2984-124A3588CF3E}"/>
                </a:ext>
              </a:extLst>
            </p:cNvPr>
            <p:cNvSpPr/>
            <p:nvPr/>
          </p:nvSpPr>
          <p:spPr>
            <a:xfrm rot="20762574">
              <a:off x="3617716" y="2538933"/>
              <a:ext cx="278736" cy="263697"/>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 name="Group 37">
            <a:extLst>
              <a:ext uri="{FF2B5EF4-FFF2-40B4-BE49-F238E27FC236}">
                <a16:creationId xmlns:a16="http://schemas.microsoft.com/office/drawing/2014/main" id="{E0FD4BC6-4EAF-BC8E-B168-80C7CDF2C433}"/>
              </a:ext>
            </a:extLst>
          </p:cNvPr>
          <p:cNvGrpSpPr/>
          <p:nvPr/>
        </p:nvGrpSpPr>
        <p:grpSpPr>
          <a:xfrm>
            <a:off x="8531404" y="4332960"/>
            <a:ext cx="313381" cy="169425"/>
            <a:chOff x="3161339" y="2533135"/>
            <a:chExt cx="735113" cy="326986"/>
          </a:xfrm>
        </p:grpSpPr>
        <p:sp>
          <p:nvSpPr>
            <p:cNvPr id="39" name="Parallelogram 38">
              <a:extLst>
                <a:ext uri="{FF2B5EF4-FFF2-40B4-BE49-F238E27FC236}">
                  <a16:creationId xmlns:a16="http://schemas.microsoft.com/office/drawing/2014/main" id="{10E0F200-F91F-94C7-FDC5-F2B196C736ED}"/>
                </a:ext>
              </a:extLst>
            </p:cNvPr>
            <p:cNvSpPr/>
            <p:nvPr/>
          </p:nvSpPr>
          <p:spPr>
            <a:xfrm>
              <a:off x="3161339" y="2533135"/>
              <a:ext cx="566776" cy="326986"/>
            </a:xfrm>
            <a:prstGeom prst="parallelogram">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Triangle 39">
              <a:extLst>
                <a:ext uri="{FF2B5EF4-FFF2-40B4-BE49-F238E27FC236}">
                  <a16:creationId xmlns:a16="http://schemas.microsoft.com/office/drawing/2014/main" id="{9BAE1904-3EFB-0E45-6917-EE24EFF654B4}"/>
                </a:ext>
              </a:extLst>
            </p:cNvPr>
            <p:cNvSpPr/>
            <p:nvPr/>
          </p:nvSpPr>
          <p:spPr>
            <a:xfrm rot="20762574">
              <a:off x="3617716" y="2538933"/>
              <a:ext cx="278736" cy="263697"/>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 name="Group 40">
            <a:extLst>
              <a:ext uri="{FF2B5EF4-FFF2-40B4-BE49-F238E27FC236}">
                <a16:creationId xmlns:a16="http://schemas.microsoft.com/office/drawing/2014/main" id="{5CAD51F6-FA7E-E350-2EAA-4F827B1A0BC2}"/>
              </a:ext>
            </a:extLst>
          </p:cNvPr>
          <p:cNvGrpSpPr/>
          <p:nvPr/>
        </p:nvGrpSpPr>
        <p:grpSpPr>
          <a:xfrm>
            <a:off x="9506122" y="4315485"/>
            <a:ext cx="313381" cy="169425"/>
            <a:chOff x="3161339" y="2533135"/>
            <a:chExt cx="735113" cy="326986"/>
          </a:xfrm>
        </p:grpSpPr>
        <p:sp>
          <p:nvSpPr>
            <p:cNvPr id="42" name="Parallelogram 41">
              <a:extLst>
                <a:ext uri="{FF2B5EF4-FFF2-40B4-BE49-F238E27FC236}">
                  <a16:creationId xmlns:a16="http://schemas.microsoft.com/office/drawing/2014/main" id="{73C13826-32C5-DBDE-67DF-0609D14F8BF4}"/>
                </a:ext>
              </a:extLst>
            </p:cNvPr>
            <p:cNvSpPr/>
            <p:nvPr/>
          </p:nvSpPr>
          <p:spPr>
            <a:xfrm>
              <a:off x="3161339" y="2533135"/>
              <a:ext cx="566776" cy="326986"/>
            </a:xfrm>
            <a:prstGeom prst="parallelogram">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riangle 42">
              <a:extLst>
                <a:ext uri="{FF2B5EF4-FFF2-40B4-BE49-F238E27FC236}">
                  <a16:creationId xmlns:a16="http://schemas.microsoft.com/office/drawing/2014/main" id="{12BF7FC5-9392-87C8-937B-820B0711A26D}"/>
                </a:ext>
              </a:extLst>
            </p:cNvPr>
            <p:cNvSpPr/>
            <p:nvPr/>
          </p:nvSpPr>
          <p:spPr>
            <a:xfrm rot="20762574">
              <a:off x="3617716" y="2538933"/>
              <a:ext cx="278736" cy="263697"/>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 name="Group 43">
            <a:extLst>
              <a:ext uri="{FF2B5EF4-FFF2-40B4-BE49-F238E27FC236}">
                <a16:creationId xmlns:a16="http://schemas.microsoft.com/office/drawing/2014/main" id="{801E9E77-9725-BA0B-B063-CAE248733BF6}"/>
              </a:ext>
            </a:extLst>
          </p:cNvPr>
          <p:cNvGrpSpPr/>
          <p:nvPr/>
        </p:nvGrpSpPr>
        <p:grpSpPr>
          <a:xfrm>
            <a:off x="10394353" y="4323650"/>
            <a:ext cx="313381" cy="169425"/>
            <a:chOff x="3161339" y="2533135"/>
            <a:chExt cx="735113" cy="326986"/>
          </a:xfrm>
        </p:grpSpPr>
        <p:sp>
          <p:nvSpPr>
            <p:cNvPr id="45" name="Parallelogram 44">
              <a:extLst>
                <a:ext uri="{FF2B5EF4-FFF2-40B4-BE49-F238E27FC236}">
                  <a16:creationId xmlns:a16="http://schemas.microsoft.com/office/drawing/2014/main" id="{D9A2BB8D-23F3-CC05-7EDB-A83C39B9B662}"/>
                </a:ext>
              </a:extLst>
            </p:cNvPr>
            <p:cNvSpPr/>
            <p:nvPr/>
          </p:nvSpPr>
          <p:spPr>
            <a:xfrm>
              <a:off x="3161339" y="2533135"/>
              <a:ext cx="566776" cy="326986"/>
            </a:xfrm>
            <a:prstGeom prst="parallelogram">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Triangle 45">
              <a:extLst>
                <a:ext uri="{FF2B5EF4-FFF2-40B4-BE49-F238E27FC236}">
                  <a16:creationId xmlns:a16="http://schemas.microsoft.com/office/drawing/2014/main" id="{599ECF94-68B7-08D8-6CAB-B940BB8E4A88}"/>
                </a:ext>
              </a:extLst>
            </p:cNvPr>
            <p:cNvSpPr/>
            <p:nvPr/>
          </p:nvSpPr>
          <p:spPr>
            <a:xfrm rot="20762574">
              <a:off x="3617716" y="2538933"/>
              <a:ext cx="278736" cy="263697"/>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 name="Group 46">
            <a:extLst>
              <a:ext uri="{FF2B5EF4-FFF2-40B4-BE49-F238E27FC236}">
                <a16:creationId xmlns:a16="http://schemas.microsoft.com/office/drawing/2014/main" id="{912E8568-7403-7334-0B46-952612F070BF}"/>
              </a:ext>
            </a:extLst>
          </p:cNvPr>
          <p:cNvGrpSpPr/>
          <p:nvPr/>
        </p:nvGrpSpPr>
        <p:grpSpPr>
          <a:xfrm>
            <a:off x="11299591" y="4302092"/>
            <a:ext cx="313381" cy="169425"/>
            <a:chOff x="3161339" y="2533135"/>
            <a:chExt cx="735113" cy="326986"/>
          </a:xfrm>
        </p:grpSpPr>
        <p:sp>
          <p:nvSpPr>
            <p:cNvPr id="48" name="Parallelogram 47">
              <a:extLst>
                <a:ext uri="{FF2B5EF4-FFF2-40B4-BE49-F238E27FC236}">
                  <a16:creationId xmlns:a16="http://schemas.microsoft.com/office/drawing/2014/main" id="{1F2276B7-6205-1559-8454-C5CE5FC41412}"/>
                </a:ext>
              </a:extLst>
            </p:cNvPr>
            <p:cNvSpPr/>
            <p:nvPr/>
          </p:nvSpPr>
          <p:spPr>
            <a:xfrm>
              <a:off x="3161339" y="2533135"/>
              <a:ext cx="566776" cy="326986"/>
            </a:xfrm>
            <a:prstGeom prst="parallelogram">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Triangle 48">
              <a:extLst>
                <a:ext uri="{FF2B5EF4-FFF2-40B4-BE49-F238E27FC236}">
                  <a16:creationId xmlns:a16="http://schemas.microsoft.com/office/drawing/2014/main" id="{41B16A18-F5B0-B99B-D262-7D1F27AC49E3}"/>
                </a:ext>
              </a:extLst>
            </p:cNvPr>
            <p:cNvSpPr/>
            <p:nvPr/>
          </p:nvSpPr>
          <p:spPr>
            <a:xfrm rot="20762574">
              <a:off x="3617716" y="2538933"/>
              <a:ext cx="278736" cy="263697"/>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 name="Group 49">
            <a:extLst>
              <a:ext uri="{FF2B5EF4-FFF2-40B4-BE49-F238E27FC236}">
                <a16:creationId xmlns:a16="http://schemas.microsoft.com/office/drawing/2014/main" id="{E7BECBC2-F30B-CA38-C3BA-C2F01CFE7910}"/>
              </a:ext>
            </a:extLst>
          </p:cNvPr>
          <p:cNvGrpSpPr/>
          <p:nvPr/>
        </p:nvGrpSpPr>
        <p:grpSpPr>
          <a:xfrm>
            <a:off x="8785372" y="5813708"/>
            <a:ext cx="313381" cy="169425"/>
            <a:chOff x="3161339" y="2533135"/>
            <a:chExt cx="735113" cy="326986"/>
          </a:xfrm>
        </p:grpSpPr>
        <p:sp>
          <p:nvSpPr>
            <p:cNvPr id="51" name="Parallelogram 50">
              <a:extLst>
                <a:ext uri="{FF2B5EF4-FFF2-40B4-BE49-F238E27FC236}">
                  <a16:creationId xmlns:a16="http://schemas.microsoft.com/office/drawing/2014/main" id="{44159154-50A0-C69A-3111-0E3D47B1FCE6}"/>
                </a:ext>
              </a:extLst>
            </p:cNvPr>
            <p:cNvSpPr/>
            <p:nvPr/>
          </p:nvSpPr>
          <p:spPr>
            <a:xfrm>
              <a:off x="3161339" y="2533135"/>
              <a:ext cx="566776" cy="326986"/>
            </a:xfrm>
            <a:prstGeom prst="parallelogram">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Triangle 51">
              <a:extLst>
                <a:ext uri="{FF2B5EF4-FFF2-40B4-BE49-F238E27FC236}">
                  <a16:creationId xmlns:a16="http://schemas.microsoft.com/office/drawing/2014/main" id="{9355A04E-F966-63EF-72B5-00F2A79489D6}"/>
                </a:ext>
              </a:extLst>
            </p:cNvPr>
            <p:cNvSpPr/>
            <p:nvPr/>
          </p:nvSpPr>
          <p:spPr>
            <a:xfrm rot="20762574">
              <a:off x="3617716" y="2538933"/>
              <a:ext cx="278736" cy="263697"/>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3" name="Group 52">
            <a:extLst>
              <a:ext uri="{FF2B5EF4-FFF2-40B4-BE49-F238E27FC236}">
                <a16:creationId xmlns:a16="http://schemas.microsoft.com/office/drawing/2014/main" id="{0C5426B4-684C-B4ED-F06C-3323B49CA09A}"/>
              </a:ext>
            </a:extLst>
          </p:cNvPr>
          <p:cNvGrpSpPr/>
          <p:nvPr/>
        </p:nvGrpSpPr>
        <p:grpSpPr>
          <a:xfrm>
            <a:off x="9896133" y="5796233"/>
            <a:ext cx="313381" cy="169425"/>
            <a:chOff x="3161339" y="2533135"/>
            <a:chExt cx="735113" cy="326986"/>
          </a:xfrm>
        </p:grpSpPr>
        <p:sp>
          <p:nvSpPr>
            <p:cNvPr id="54" name="Parallelogram 53">
              <a:extLst>
                <a:ext uri="{FF2B5EF4-FFF2-40B4-BE49-F238E27FC236}">
                  <a16:creationId xmlns:a16="http://schemas.microsoft.com/office/drawing/2014/main" id="{690466E0-8DF6-6A7B-5960-1D1D1CBA057E}"/>
                </a:ext>
              </a:extLst>
            </p:cNvPr>
            <p:cNvSpPr/>
            <p:nvPr/>
          </p:nvSpPr>
          <p:spPr>
            <a:xfrm>
              <a:off x="3161339" y="2533135"/>
              <a:ext cx="566776" cy="326986"/>
            </a:xfrm>
            <a:prstGeom prst="parallelogram">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Triangle 54">
              <a:extLst>
                <a:ext uri="{FF2B5EF4-FFF2-40B4-BE49-F238E27FC236}">
                  <a16:creationId xmlns:a16="http://schemas.microsoft.com/office/drawing/2014/main" id="{B994F15D-0D41-EE9E-11E8-BB4C967E5AE3}"/>
                </a:ext>
              </a:extLst>
            </p:cNvPr>
            <p:cNvSpPr/>
            <p:nvPr/>
          </p:nvSpPr>
          <p:spPr>
            <a:xfrm rot="20762574">
              <a:off x="3617716" y="2538933"/>
              <a:ext cx="278736" cy="263697"/>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6" name="Group 55">
            <a:extLst>
              <a:ext uri="{FF2B5EF4-FFF2-40B4-BE49-F238E27FC236}">
                <a16:creationId xmlns:a16="http://schemas.microsoft.com/office/drawing/2014/main" id="{E68E834D-1E33-AA93-95CB-41B30BF1EBAF}"/>
              </a:ext>
            </a:extLst>
          </p:cNvPr>
          <p:cNvGrpSpPr/>
          <p:nvPr/>
        </p:nvGrpSpPr>
        <p:grpSpPr>
          <a:xfrm>
            <a:off x="11171587" y="5774674"/>
            <a:ext cx="313381" cy="169425"/>
            <a:chOff x="3161339" y="2533135"/>
            <a:chExt cx="735113" cy="326986"/>
          </a:xfrm>
        </p:grpSpPr>
        <p:sp>
          <p:nvSpPr>
            <p:cNvPr id="57" name="Parallelogram 56">
              <a:extLst>
                <a:ext uri="{FF2B5EF4-FFF2-40B4-BE49-F238E27FC236}">
                  <a16:creationId xmlns:a16="http://schemas.microsoft.com/office/drawing/2014/main" id="{E7BE7A89-4AA1-9DE1-585D-D5E26E7A8F38}"/>
                </a:ext>
              </a:extLst>
            </p:cNvPr>
            <p:cNvSpPr/>
            <p:nvPr/>
          </p:nvSpPr>
          <p:spPr>
            <a:xfrm>
              <a:off x="3161339" y="2533135"/>
              <a:ext cx="566776" cy="326986"/>
            </a:xfrm>
            <a:prstGeom prst="parallelogram">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riangle 57">
              <a:extLst>
                <a:ext uri="{FF2B5EF4-FFF2-40B4-BE49-F238E27FC236}">
                  <a16:creationId xmlns:a16="http://schemas.microsoft.com/office/drawing/2014/main" id="{9494430C-C5FC-EE32-9339-91323157FABA}"/>
                </a:ext>
              </a:extLst>
            </p:cNvPr>
            <p:cNvSpPr/>
            <p:nvPr/>
          </p:nvSpPr>
          <p:spPr>
            <a:xfrm rot="20762574">
              <a:off x="3617716" y="2538933"/>
              <a:ext cx="278736" cy="263697"/>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2" name="Picture 61" descr="A black line drawing of a vase&#10;&#10;Description automatically generated">
            <a:extLst>
              <a:ext uri="{FF2B5EF4-FFF2-40B4-BE49-F238E27FC236}">
                <a16:creationId xmlns:a16="http://schemas.microsoft.com/office/drawing/2014/main" id="{85311EEF-9A6D-C86B-C794-94B482EA3F98}"/>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imgEffect>
                  </a14:imgLayer>
                </a14:imgProps>
              </a:ext>
            </a:extLst>
          </a:blip>
          <a:srcRect l="33521" t="40238" r="56132" b="42004"/>
          <a:stretch/>
        </p:blipFill>
        <p:spPr>
          <a:xfrm>
            <a:off x="5262113" y="2904121"/>
            <a:ext cx="833887" cy="1073772"/>
          </a:xfrm>
          <a:prstGeom prst="rect">
            <a:avLst/>
          </a:prstGeom>
        </p:spPr>
      </p:pic>
      <p:sp>
        <p:nvSpPr>
          <p:cNvPr id="66" name="TextBox 65">
            <a:extLst>
              <a:ext uri="{FF2B5EF4-FFF2-40B4-BE49-F238E27FC236}">
                <a16:creationId xmlns:a16="http://schemas.microsoft.com/office/drawing/2014/main" id="{5AFCE3F6-3319-5B36-2C67-0242732D676F}"/>
              </a:ext>
            </a:extLst>
          </p:cNvPr>
          <p:cNvSpPr txBox="1"/>
          <p:nvPr/>
        </p:nvSpPr>
        <p:spPr>
          <a:xfrm>
            <a:off x="715511" y="5059803"/>
            <a:ext cx="2047041" cy="923330"/>
          </a:xfrm>
          <a:prstGeom prst="rect">
            <a:avLst/>
          </a:prstGeom>
          <a:noFill/>
        </p:spPr>
        <p:txBody>
          <a:bodyPr wrap="square" rtlCol="0">
            <a:spAutoFit/>
          </a:bodyPr>
          <a:lstStyle/>
          <a:p>
            <a:r>
              <a:rPr lang="en-US" b="1" dirty="0">
                <a:solidFill>
                  <a:srgbClr val="FF0000"/>
                </a:solidFill>
              </a:rPr>
              <a:t>Response appears here as player “builds”</a:t>
            </a:r>
          </a:p>
        </p:txBody>
      </p:sp>
      <p:sp>
        <p:nvSpPr>
          <p:cNvPr id="2" name="TextBox 1">
            <a:extLst>
              <a:ext uri="{FF2B5EF4-FFF2-40B4-BE49-F238E27FC236}">
                <a16:creationId xmlns:a16="http://schemas.microsoft.com/office/drawing/2014/main" id="{3D087543-5AE9-AC45-AD73-20F9081067CE}"/>
              </a:ext>
            </a:extLst>
          </p:cNvPr>
          <p:cNvSpPr txBox="1"/>
          <p:nvPr/>
        </p:nvSpPr>
        <p:spPr>
          <a:xfrm>
            <a:off x="2762552" y="4526719"/>
            <a:ext cx="3567432" cy="369332"/>
          </a:xfrm>
          <a:prstGeom prst="rect">
            <a:avLst/>
          </a:prstGeom>
          <a:noFill/>
        </p:spPr>
        <p:txBody>
          <a:bodyPr wrap="square" rtlCol="0">
            <a:spAutoFit/>
          </a:bodyPr>
          <a:lstStyle/>
          <a:p>
            <a:r>
              <a:rPr lang="en-US" dirty="0"/>
              <a:t>I appreciate that you shared this. </a:t>
            </a:r>
          </a:p>
        </p:txBody>
      </p:sp>
      <p:sp>
        <p:nvSpPr>
          <p:cNvPr id="4" name="TextBox 3">
            <a:extLst>
              <a:ext uri="{FF2B5EF4-FFF2-40B4-BE49-F238E27FC236}">
                <a16:creationId xmlns:a16="http://schemas.microsoft.com/office/drawing/2014/main" id="{34E4A5B5-AC69-756D-1D83-4A0A6AFC8D22}"/>
              </a:ext>
            </a:extLst>
          </p:cNvPr>
          <p:cNvSpPr txBox="1"/>
          <p:nvPr/>
        </p:nvSpPr>
        <p:spPr>
          <a:xfrm>
            <a:off x="2774239" y="4798546"/>
            <a:ext cx="3567432" cy="646331"/>
          </a:xfrm>
          <a:prstGeom prst="rect">
            <a:avLst/>
          </a:prstGeom>
          <a:noFill/>
        </p:spPr>
        <p:txBody>
          <a:bodyPr wrap="square">
            <a:spAutoFit/>
          </a:bodyPr>
          <a:lstStyle/>
          <a:p>
            <a:r>
              <a:rPr lang="en-US" dirty="0"/>
              <a:t>It sounds like your feelings are weighing heavily on you.</a:t>
            </a:r>
          </a:p>
        </p:txBody>
      </p:sp>
      <p:sp>
        <p:nvSpPr>
          <p:cNvPr id="5" name="TextBox 4">
            <a:extLst>
              <a:ext uri="{FF2B5EF4-FFF2-40B4-BE49-F238E27FC236}">
                <a16:creationId xmlns:a16="http://schemas.microsoft.com/office/drawing/2014/main" id="{4438DFF5-5CB7-831F-0943-313991025A28}"/>
              </a:ext>
            </a:extLst>
          </p:cNvPr>
          <p:cNvSpPr txBox="1"/>
          <p:nvPr/>
        </p:nvSpPr>
        <p:spPr>
          <a:xfrm>
            <a:off x="2774239" y="5377855"/>
            <a:ext cx="3567432" cy="646331"/>
          </a:xfrm>
          <a:prstGeom prst="rect">
            <a:avLst/>
          </a:prstGeom>
          <a:noFill/>
        </p:spPr>
        <p:txBody>
          <a:bodyPr wrap="square">
            <a:spAutoFit/>
          </a:bodyPr>
          <a:lstStyle/>
          <a:p>
            <a:r>
              <a:rPr lang="en-US" dirty="0"/>
              <a:t>No matter what you decide to do, everything will be okay.</a:t>
            </a:r>
          </a:p>
        </p:txBody>
      </p:sp>
      <p:sp>
        <p:nvSpPr>
          <p:cNvPr id="68" name="TextBox 67">
            <a:extLst>
              <a:ext uri="{FF2B5EF4-FFF2-40B4-BE49-F238E27FC236}">
                <a16:creationId xmlns:a16="http://schemas.microsoft.com/office/drawing/2014/main" id="{AD71FEA9-4B69-9EB5-ED0A-CA7413F79EDB}"/>
              </a:ext>
            </a:extLst>
          </p:cNvPr>
          <p:cNvSpPr txBox="1"/>
          <p:nvPr/>
        </p:nvSpPr>
        <p:spPr>
          <a:xfrm>
            <a:off x="2785562" y="5965658"/>
            <a:ext cx="3567432" cy="369332"/>
          </a:xfrm>
          <a:prstGeom prst="rect">
            <a:avLst/>
          </a:prstGeom>
          <a:noFill/>
        </p:spPr>
        <p:txBody>
          <a:bodyPr wrap="square">
            <a:spAutoFit/>
          </a:bodyPr>
          <a:lstStyle/>
          <a:p>
            <a:r>
              <a:rPr lang="en-US" dirty="0"/>
              <a:t>You’re really brave!</a:t>
            </a:r>
          </a:p>
        </p:txBody>
      </p:sp>
      <p:sp>
        <p:nvSpPr>
          <p:cNvPr id="71" name="TextBox 70">
            <a:extLst>
              <a:ext uri="{FF2B5EF4-FFF2-40B4-BE49-F238E27FC236}">
                <a16:creationId xmlns:a16="http://schemas.microsoft.com/office/drawing/2014/main" id="{5ECD2C3E-900F-6CEA-487B-7BA8A7F045F6}"/>
              </a:ext>
            </a:extLst>
          </p:cNvPr>
          <p:cNvSpPr txBox="1"/>
          <p:nvPr/>
        </p:nvSpPr>
        <p:spPr>
          <a:xfrm>
            <a:off x="5625392" y="599793"/>
            <a:ext cx="1374322" cy="1477328"/>
          </a:xfrm>
          <a:prstGeom prst="rect">
            <a:avLst/>
          </a:prstGeom>
          <a:noFill/>
        </p:spPr>
        <p:txBody>
          <a:bodyPr wrap="square" rtlCol="0">
            <a:spAutoFit/>
          </a:bodyPr>
          <a:lstStyle/>
          <a:p>
            <a:r>
              <a:rPr lang="en-US" b="1" dirty="0">
                <a:solidFill>
                  <a:srgbClr val="FF0000"/>
                </a:solidFill>
              </a:rPr>
              <a:t>Sample snippet written on pot (needs redrawing)</a:t>
            </a:r>
          </a:p>
        </p:txBody>
      </p:sp>
      <p:sp>
        <p:nvSpPr>
          <p:cNvPr id="72" name="TextBox 71">
            <a:extLst>
              <a:ext uri="{FF2B5EF4-FFF2-40B4-BE49-F238E27FC236}">
                <a16:creationId xmlns:a16="http://schemas.microsoft.com/office/drawing/2014/main" id="{1E97A358-A164-3E0F-5494-D3F959093839}"/>
              </a:ext>
            </a:extLst>
          </p:cNvPr>
          <p:cNvSpPr txBox="1"/>
          <p:nvPr/>
        </p:nvSpPr>
        <p:spPr>
          <a:xfrm>
            <a:off x="6793293" y="2491611"/>
            <a:ext cx="1374322" cy="461665"/>
          </a:xfrm>
          <a:prstGeom prst="rect">
            <a:avLst/>
          </a:prstGeom>
          <a:noFill/>
        </p:spPr>
        <p:txBody>
          <a:bodyPr wrap="square" rtlCol="0">
            <a:spAutoFit/>
          </a:bodyPr>
          <a:lstStyle/>
          <a:p>
            <a:r>
              <a:rPr lang="en-US" sz="1200" b="1" dirty="0">
                <a:solidFill>
                  <a:srgbClr val="FF0000"/>
                </a:solidFill>
              </a:rPr>
              <a:t>Thank you for sharing</a:t>
            </a:r>
          </a:p>
        </p:txBody>
      </p:sp>
      <p:sp>
        <p:nvSpPr>
          <p:cNvPr id="73" name="TextBox 72">
            <a:extLst>
              <a:ext uri="{FF2B5EF4-FFF2-40B4-BE49-F238E27FC236}">
                <a16:creationId xmlns:a16="http://schemas.microsoft.com/office/drawing/2014/main" id="{B6606C91-3490-D10A-0583-D8EBFC57BD30}"/>
              </a:ext>
            </a:extLst>
          </p:cNvPr>
          <p:cNvSpPr txBox="1"/>
          <p:nvPr/>
        </p:nvSpPr>
        <p:spPr>
          <a:xfrm>
            <a:off x="4171106" y="2161240"/>
            <a:ext cx="2207303" cy="1200329"/>
          </a:xfrm>
          <a:prstGeom prst="rect">
            <a:avLst/>
          </a:prstGeom>
          <a:noFill/>
        </p:spPr>
        <p:txBody>
          <a:bodyPr wrap="square" rtlCol="0">
            <a:spAutoFit/>
          </a:bodyPr>
          <a:lstStyle/>
          <a:p>
            <a:r>
              <a:rPr lang="en-US" b="1" dirty="0">
                <a:solidFill>
                  <a:srgbClr val="FF0000"/>
                </a:solidFill>
              </a:rPr>
              <a:t>Matching flowers spawn inside vase as snippets are added</a:t>
            </a:r>
          </a:p>
        </p:txBody>
      </p:sp>
    </p:spTree>
    <p:extLst>
      <p:ext uri="{BB962C8B-B14F-4D97-AF65-F5344CB8AC3E}">
        <p14:creationId xmlns:p14="http://schemas.microsoft.com/office/powerpoint/2010/main" val="43909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2" grpId="0"/>
      <p:bldP spid="4" grpId="0"/>
      <p:bldP spid="5" grpId="0"/>
      <p:bldP spid="68" grpId="0"/>
      <p:bldP spid="71" grpId="0"/>
      <p:bldP spid="72" grpId="0"/>
      <p:bldP spid="7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299FC-A6D5-108E-5C61-77660EE027EC}"/>
            </a:ext>
          </a:extLst>
        </p:cNvPr>
        <p:cNvGrpSpPr/>
        <p:nvPr/>
      </p:nvGrpSpPr>
      <p:grpSpPr>
        <a:xfrm>
          <a:off x="0" y="0"/>
          <a:ext cx="0" cy="0"/>
          <a:chOff x="0" y="0"/>
          <a:chExt cx="0" cy="0"/>
        </a:xfrm>
      </p:grpSpPr>
      <p:pic>
        <p:nvPicPr>
          <p:cNvPr id="4" name="Picture 3" descr="A drawing of plants on shelves&#10;&#10;Description automatically generated">
            <a:extLst>
              <a:ext uri="{FF2B5EF4-FFF2-40B4-BE49-F238E27FC236}">
                <a16:creationId xmlns:a16="http://schemas.microsoft.com/office/drawing/2014/main" id="{663B491A-EFFB-E982-96F7-7669CD3DEB70}"/>
              </a:ext>
            </a:extLst>
          </p:cNvPr>
          <p:cNvPicPr>
            <a:picLocks noChangeAspect="1"/>
          </p:cNvPicPr>
          <p:nvPr/>
        </p:nvPicPr>
        <p:blipFill>
          <a:blip r:embed="rId3"/>
          <a:stretch>
            <a:fillRect/>
          </a:stretch>
        </p:blipFill>
        <p:spPr>
          <a:xfrm>
            <a:off x="2372497" y="416970"/>
            <a:ext cx="9305382" cy="6244395"/>
          </a:xfrm>
          <a:prstGeom prst="rect">
            <a:avLst/>
          </a:prstGeom>
        </p:spPr>
      </p:pic>
      <p:sp>
        <p:nvSpPr>
          <p:cNvPr id="7" name="TextBox 6">
            <a:extLst>
              <a:ext uri="{FF2B5EF4-FFF2-40B4-BE49-F238E27FC236}">
                <a16:creationId xmlns:a16="http://schemas.microsoft.com/office/drawing/2014/main" id="{9DB14DC5-CF30-EE51-7029-5655170D491D}"/>
              </a:ext>
            </a:extLst>
          </p:cNvPr>
          <p:cNvSpPr txBox="1"/>
          <p:nvPr/>
        </p:nvSpPr>
        <p:spPr>
          <a:xfrm>
            <a:off x="458364" y="536886"/>
            <a:ext cx="954749" cy="369332"/>
          </a:xfrm>
          <a:prstGeom prst="rect">
            <a:avLst/>
          </a:prstGeom>
          <a:noFill/>
        </p:spPr>
        <p:txBody>
          <a:bodyPr wrap="none" rtlCol="0">
            <a:spAutoFit/>
          </a:bodyPr>
          <a:lstStyle/>
          <a:p>
            <a:r>
              <a:rPr lang="en-US" b="1" dirty="0"/>
              <a:t>Order 2</a:t>
            </a:r>
          </a:p>
        </p:txBody>
      </p:sp>
      <p:pic>
        <p:nvPicPr>
          <p:cNvPr id="8" name="Picture 7" descr="A black line drawing of a vase&#10;&#10;Description automatically generated">
            <a:extLst>
              <a:ext uri="{FF2B5EF4-FFF2-40B4-BE49-F238E27FC236}">
                <a16:creationId xmlns:a16="http://schemas.microsoft.com/office/drawing/2014/main" id="{A58AD020-29D4-D43A-83DB-2FC90EBF26BB}"/>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rcRect l="33521" t="40238" r="56132" b="42004"/>
          <a:stretch/>
        </p:blipFill>
        <p:spPr>
          <a:xfrm>
            <a:off x="13592012" y="0"/>
            <a:ext cx="833887" cy="1073772"/>
          </a:xfrm>
          <a:prstGeom prst="rect">
            <a:avLst/>
          </a:prstGeom>
        </p:spPr>
      </p:pic>
      <p:pic>
        <p:nvPicPr>
          <p:cNvPr id="10" name="Picture 9" descr="A drawing of a rectangular object&#10;&#10;Description automatically generated">
            <a:extLst>
              <a:ext uri="{FF2B5EF4-FFF2-40B4-BE49-F238E27FC236}">
                <a16:creationId xmlns:a16="http://schemas.microsoft.com/office/drawing/2014/main" id="{998B7722-9F6B-2DA0-D603-0502B9B63996}"/>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imgEffect>
                  </a14:imgLayer>
                </a14:imgProps>
              </a:ext>
            </a:extLst>
          </a:blip>
          <a:srcRect l="14354" t="14684" r="18419" b="19611"/>
          <a:stretch/>
        </p:blipFill>
        <p:spPr>
          <a:xfrm>
            <a:off x="12754845" y="1693570"/>
            <a:ext cx="5760487" cy="4224357"/>
          </a:xfrm>
          <a:prstGeom prst="rect">
            <a:avLst/>
          </a:prstGeom>
        </p:spPr>
      </p:pic>
      <p:pic>
        <p:nvPicPr>
          <p:cNvPr id="13" name="Picture 12" descr="A drawing of a heart and a rectangle&#10;&#10;Description automatically generated">
            <a:extLst>
              <a:ext uri="{FF2B5EF4-FFF2-40B4-BE49-F238E27FC236}">
                <a16:creationId xmlns:a16="http://schemas.microsoft.com/office/drawing/2014/main" id="{6C70FB4B-F910-1EE6-F813-FE12514BF295}"/>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7315" b="55278" l="0" r="50000">
                        <a14:foregroundMark x1="69" y1="7778" x2="24653" y2="6944"/>
                        <a14:foregroundMark x1="24653" y1="6944" x2="34306" y2="7778"/>
                        <a14:foregroundMark x1="34306" y1="7778" x2="37847" y2="7407"/>
                        <a14:foregroundMark x1="2083" y1="7963" x2="556" y2="14352"/>
                        <a14:foregroundMark x1="556" y1="14352" x2="347" y2="28333"/>
                        <a14:foregroundMark x1="43768" y1="21802" x2="44639" y2="21671"/>
                        <a14:foregroundMark x1="347" y1="28333" x2="43621" y2="21824"/>
                        <a14:foregroundMark x1="43681" y1="14815" x2="43681" y2="9167"/>
                        <a14:foregroundMark x1="43681" y1="9167" x2="43056" y2="7500"/>
                        <a14:foregroundMark x1="2639" y1="27778" x2="34653" y2="19167"/>
                        <a14:foregroundMark x1="34653" y1="19167" x2="30417" y2="16389"/>
                        <a14:foregroundMark x1="30417" y1="16389" x2="10139" y2="15463"/>
                        <a14:foregroundMark x1="10139" y1="15463" x2="5903" y2="18148"/>
                        <a14:foregroundMark x1="5903" y1="18148" x2="4236" y2="21944"/>
                        <a14:foregroundMark x1="2153" y1="9537" x2="14167" y2="9630"/>
                        <a14:foregroundMark x1="14167" y1="9630" x2="35417" y2="7037"/>
                        <a14:foregroundMark x1="35417" y1="7037" x2="40347" y2="8148"/>
                        <a14:foregroundMark x1="40347" y1="8148" x2="34792" y2="11667"/>
                        <a14:foregroundMark x1="34792" y1="11667" x2="0" y2="12222"/>
                        <a14:foregroundMark x1="43472" y1="14722" x2="43542" y2="21481"/>
                        <a14:foregroundMark x1="43264" y1="21944" x2="43194" y2="43611"/>
                        <a14:foregroundMark x1="43194" y1="43611" x2="39722" y2="49074"/>
                        <a14:foregroundMark x1="39722" y1="49074" x2="18819" y2="48796"/>
                        <a14:foregroundMark x1="18819" y1="48796" x2="14236" y2="47685"/>
                        <a14:foregroundMark x1="14236" y1="47685" x2="8333" y2="41389"/>
                        <a14:foregroundMark x1="8333" y1="41389" x2="6944" y2="33519"/>
                        <a14:foregroundMark x1="6944" y1="33519" x2="9375" y2="25926"/>
                        <a14:foregroundMark x1="9375" y1="25926" x2="15278" y2="21111"/>
                        <a14:foregroundMark x1="15278" y1="21111" x2="23403" y2="19074"/>
                        <a14:foregroundMark x1="23403" y1="19074" x2="38889" y2="22593"/>
                        <a14:foregroundMark x1="38889" y1="22593" x2="42986" y2="22037"/>
                        <a14:foregroundMark x1="7569" y1="26667" x2="39722" y2="20278"/>
                        <a14:foregroundMark x1="39722" y1="20278" x2="36042" y2="24537"/>
                        <a14:foregroundMark x1="36042" y1="24537" x2="26250" y2="24722"/>
                        <a14:foregroundMark x1="8611" y1="30741" x2="12708" y2="24630"/>
                        <a14:foregroundMark x1="12708" y1="24630" x2="27431" y2="18148"/>
                        <a14:foregroundMark x1="27431" y1="18148" x2="39792" y2="21111"/>
                        <a14:foregroundMark x1="39792" y1="21111" x2="42361" y2="26574"/>
                        <a14:foregroundMark x1="42361" y1="26574" x2="39931" y2="47593"/>
                        <a14:foregroundMark x1="39931" y1="47593" x2="35417" y2="50370"/>
                        <a14:foregroundMark x1="35417" y1="50370" x2="4097" y2="52963"/>
                        <a14:foregroundMark x1="4097" y1="52963" x2="764" y2="48241"/>
                        <a14:foregroundMark x1="764" y1="48241" x2="2222" y2="32500"/>
                        <a14:foregroundMark x1="2222" y1="32500" x2="6458" y2="28056"/>
                        <a14:foregroundMark x1="6458" y1="28056" x2="11458" y2="25370"/>
                        <a14:foregroundMark x1="35486" y1="49352" x2="44931" y2="46111"/>
                        <a14:foregroundMark x1="44931" y1="46111" x2="48681" y2="50000"/>
                        <a14:foregroundMark x1="48681" y1="50000" x2="43472" y2="54167"/>
                        <a14:foregroundMark x1="43472" y1="54167" x2="37569" y2="53519"/>
                        <a14:foregroundMark x1="37569" y1="53519" x2="36458" y2="49259"/>
                        <a14:foregroundMark x1="45625" y1="46019" x2="50208" y2="48333"/>
                        <a14:foregroundMark x1="50208" y1="48333" x2="48264" y2="53981"/>
                        <a14:foregroundMark x1="48264" y1="53981" x2="46111" y2="48519"/>
                        <a14:foregroundMark x1="46111" y1="48519" x2="45833" y2="46389"/>
                        <a14:foregroundMark x1="43750" y1="45833" x2="48472" y2="45556"/>
                        <a14:foregroundMark x1="48472" y1="45556" x2="49931" y2="51481"/>
                        <a14:foregroundMark x1="49931" y1="51481" x2="45625" y2="54352"/>
                        <a14:foregroundMark x1="45625" y1="54352" x2="37639" y2="53796"/>
                        <a14:foregroundMark x1="49861" y1="54259" x2="49653" y2="47963"/>
                        <a14:foregroundMark x1="49653" y1="47963" x2="50069" y2="54167"/>
                        <a14:foregroundMark x1="50069" y1="54167" x2="49514" y2="45556"/>
                        <a14:foregroundMark x1="31111" y1="54537" x2="6250" y2="52685"/>
                        <a14:foregroundMark x1="6250" y1="52685" x2="3681" y2="55278"/>
                        <a14:backgroundMark x1="45208" y1="19722" x2="46042" y2="21852"/>
                        <a14:backgroundMark x1="43611" y1="21759" x2="45069" y2="18981"/>
                        <a14:backgroundMark x1="44861" y1="18796" x2="45000" y2="20370"/>
                        <a14:backgroundMark x1="3750" y1="55278" x2="3542" y2="55000"/>
                        <a14:backgroundMark x1="3611" y1="55000" x2="4583" y2="54907"/>
                        <a14:backgroundMark x1="44097" y1="22130" x2="44375" y2="22222"/>
                      </a14:backgroundRemoval>
                    </a14:imgEffect>
                  </a14:imgLayer>
                </a14:imgProps>
              </a:ext>
            </a:extLst>
          </a:blip>
          <a:srcRect t="6029" r="48547" b="44017"/>
          <a:stretch/>
        </p:blipFill>
        <p:spPr>
          <a:xfrm>
            <a:off x="2372497" y="536886"/>
            <a:ext cx="5285530" cy="3671649"/>
          </a:xfrm>
          <a:prstGeom prst="rect">
            <a:avLst/>
          </a:prstGeom>
        </p:spPr>
      </p:pic>
      <p:sp>
        <p:nvSpPr>
          <p:cNvPr id="11" name="TextBox 10">
            <a:extLst>
              <a:ext uri="{FF2B5EF4-FFF2-40B4-BE49-F238E27FC236}">
                <a16:creationId xmlns:a16="http://schemas.microsoft.com/office/drawing/2014/main" id="{61E80573-218A-9B7B-8E33-04E4288A2926}"/>
              </a:ext>
            </a:extLst>
          </p:cNvPr>
          <p:cNvSpPr txBox="1"/>
          <p:nvPr/>
        </p:nvSpPr>
        <p:spPr>
          <a:xfrm>
            <a:off x="2964223" y="1230843"/>
            <a:ext cx="3571534" cy="2308324"/>
          </a:xfrm>
          <a:prstGeom prst="rect">
            <a:avLst/>
          </a:prstGeom>
          <a:noFill/>
        </p:spPr>
        <p:txBody>
          <a:bodyPr wrap="square" rtlCol="0">
            <a:spAutoFit/>
          </a:bodyPr>
          <a:lstStyle/>
          <a:p>
            <a:r>
              <a:rPr lang="en-US" sz="1600" dirty="0"/>
              <a:t>Today I was home all day with my toddler. We played in the water, painted, played dolls, and did educational games. Then I did some cleaning. My husband wasn’t home all day and didn’t tell me he’d be gone. Why is this so exhausting? I am so exhausted. I feel like my brain is fried and totally depleted.</a:t>
            </a:r>
          </a:p>
        </p:txBody>
      </p:sp>
    </p:spTree>
    <p:extLst>
      <p:ext uri="{BB962C8B-B14F-4D97-AF65-F5344CB8AC3E}">
        <p14:creationId xmlns:p14="http://schemas.microsoft.com/office/powerpoint/2010/main" val="32314317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B2642-55DE-EBB1-665F-535B43CA9A9D}"/>
            </a:ext>
          </a:extLst>
        </p:cNvPr>
        <p:cNvGrpSpPr/>
        <p:nvPr/>
      </p:nvGrpSpPr>
      <p:grpSpPr>
        <a:xfrm>
          <a:off x="0" y="0"/>
          <a:ext cx="0" cy="0"/>
          <a:chOff x="0" y="0"/>
          <a:chExt cx="0" cy="0"/>
        </a:xfrm>
      </p:grpSpPr>
      <p:pic>
        <p:nvPicPr>
          <p:cNvPr id="4" name="Picture 3" descr="A drawing of plants on shelves&#10;&#10;Description automatically generated">
            <a:extLst>
              <a:ext uri="{FF2B5EF4-FFF2-40B4-BE49-F238E27FC236}">
                <a16:creationId xmlns:a16="http://schemas.microsoft.com/office/drawing/2014/main" id="{86C0B1EC-D895-D718-E6E9-DA9A829DD082}"/>
              </a:ext>
            </a:extLst>
          </p:cNvPr>
          <p:cNvPicPr>
            <a:picLocks noChangeAspect="1"/>
          </p:cNvPicPr>
          <p:nvPr/>
        </p:nvPicPr>
        <p:blipFill>
          <a:blip r:embed="rId3"/>
          <a:stretch>
            <a:fillRect/>
          </a:stretch>
        </p:blipFill>
        <p:spPr>
          <a:xfrm>
            <a:off x="2372497" y="416970"/>
            <a:ext cx="9305382" cy="6244395"/>
          </a:xfrm>
          <a:prstGeom prst="rect">
            <a:avLst/>
          </a:prstGeom>
        </p:spPr>
      </p:pic>
      <p:sp>
        <p:nvSpPr>
          <p:cNvPr id="7" name="TextBox 6">
            <a:extLst>
              <a:ext uri="{FF2B5EF4-FFF2-40B4-BE49-F238E27FC236}">
                <a16:creationId xmlns:a16="http://schemas.microsoft.com/office/drawing/2014/main" id="{1026B7F0-C0BC-C98D-E250-01C04B2526FD}"/>
              </a:ext>
            </a:extLst>
          </p:cNvPr>
          <p:cNvSpPr txBox="1"/>
          <p:nvPr/>
        </p:nvSpPr>
        <p:spPr>
          <a:xfrm>
            <a:off x="458364" y="536886"/>
            <a:ext cx="954749" cy="369332"/>
          </a:xfrm>
          <a:prstGeom prst="rect">
            <a:avLst/>
          </a:prstGeom>
          <a:noFill/>
        </p:spPr>
        <p:txBody>
          <a:bodyPr wrap="none" rtlCol="0">
            <a:spAutoFit/>
          </a:bodyPr>
          <a:lstStyle/>
          <a:p>
            <a:r>
              <a:rPr lang="en-US" b="1" dirty="0"/>
              <a:t>Order 2</a:t>
            </a:r>
          </a:p>
        </p:txBody>
      </p:sp>
      <p:pic>
        <p:nvPicPr>
          <p:cNvPr id="8" name="Picture 7" descr="A black line drawing of a vase&#10;&#10;Description automatically generated">
            <a:extLst>
              <a:ext uri="{FF2B5EF4-FFF2-40B4-BE49-F238E27FC236}">
                <a16:creationId xmlns:a16="http://schemas.microsoft.com/office/drawing/2014/main" id="{2A273706-5076-D764-D42D-ECA47A52872A}"/>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rcRect l="33521" t="40238" r="56132" b="42004"/>
          <a:stretch/>
        </p:blipFill>
        <p:spPr>
          <a:xfrm>
            <a:off x="13592012" y="356857"/>
            <a:ext cx="833887" cy="1073772"/>
          </a:xfrm>
          <a:prstGeom prst="rect">
            <a:avLst/>
          </a:prstGeom>
        </p:spPr>
      </p:pic>
      <p:pic>
        <p:nvPicPr>
          <p:cNvPr id="10" name="Picture 9" descr="A drawing of a rectangular object&#10;&#10;Description automatically generated">
            <a:extLst>
              <a:ext uri="{FF2B5EF4-FFF2-40B4-BE49-F238E27FC236}">
                <a16:creationId xmlns:a16="http://schemas.microsoft.com/office/drawing/2014/main" id="{218C0641-A2AE-9AA8-237D-259ECC8ED50E}"/>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imgEffect>
                  </a14:imgLayer>
                </a14:imgProps>
              </a:ext>
            </a:extLst>
          </a:blip>
          <a:srcRect l="14354" t="14684" r="18419" b="19611"/>
          <a:stretch/>
        </p:blipFill>
        <p:spPr>
          <a:xfrm>
            <a:off x="12754845" y="1693570"/>
            <a:ext cx="5760487" cy="4224357"/>
          </a:xfrm>
          <a:prstGeom prst="rect">
            <a:avLst/>
          </a:prstGeom>
        </p:spPr>
      </p:pic>
      <p:pic>
        <p:nvPicPr>
          <p:cNvPr id="13" name="Picture 12" descr="A drawing of a heart and a rectangle&#10;&#10;Description automatically generated">
            <a:extLst>
              <a:ext uri="{FF2B5EF4-FFF2-40B4-BE49-F238E27FC236}">
                <a16:creationId xmlns:a16="http://schemas.microsoft.com/office/drawing/2014/main" id="{A479DBF4-AFF1-934D-0DC2-4F8CFD5200D8}"/>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7315" b="55278" l="0" r="50000">
                        <a14:foregroundMark x1="69" y1="7778" x2="24653" y2="6944"/>
                        <a14:foregroundMark x1="24653" y1="6944" x2="34306" y2="7778"/>
                        <a14:foregroundMark x1="34306" y1="7778" x2="37847" y2="7407"/>
                        <a14:foregroundMark x1="2083" y1="7963" x2="556" y2="14352"/>
                        <a14:foregroundMark x1="556" y1="14352" x2="347" y2="28333"/>
                        <a14:foregroundMark x1="43768" y1="21802" x2="44639" y2="21671"/>
                        <a14:foregroundMark x1="347" y1="28333" x2="43621" y2="21824"/>
                        <a14:foregroundMark x1="43681" y1="14815" x2="43681" y2="9167"/>
                        <a14:foregroundMark x1="43681" y1="9167" x2="43056" y2="7500"/>
                        <a14:foregroundMark x1="2639" y1="27778" x2="34653" y2="19167"/>
                        <a14:foregroundMark x1="34653" y1="19167" x2="30417" y2="16389"/>
                        <a14:foregroundMark x1="30417" y1="16389" x2="10139" y2="15463"/>
                        <a14:foregroundMark x1="10139" y1="15463" x2="5903" y2="18148"/>
                        <a14:foregroundMark x1="5903" y1="18148" x2="4236" y2="21944"/>
                        <a14:foregroundMark x1="2153" y1="9537" x2="14167" y2="9630"/>
                        <a14:foregroundMark x1="14167" y1="9630" x2="35417" y2="7037"/>
                        <a14:foregroundMark x1="35417" y1="7037" x2="40347" y2="8148"/>
                        <a14:foregroundMark x1="40347" y1="8148" x2="34792" y2="11667"/>
                        <a14:foregroundMark x1="34792" y1="11667" x2="0" y2="12222"/>
                        <a14:foregroundMark x1="43472" y1="14722" x2="43542" y2="21481"/>
                        <a14:foregroundMark x1="43264" y1="21944" x2="43194" y2="43611"/>
                        <a14:foregroundMark x1="43194" y1="43611" x2="39722" y2="49074"/>
                        <a14:foregroundMark x1="39722" y1="49074" x2="18819" y2="48796"/>
                        <a14:foregroundMark x1="18819" y1="48796" x2="14236" y2="47685"/>
                        <a14:foregroundMark x1="14236" y1="47685" x2="8333" y2="41389"/>
                        <a14:foregroundMark x1="8333" y1="41389" x2="6944" y2="33519"/>
                        <a14:foregroundMark x1="6944" y1="33519" x2="9375" y2="25926"/>
                        <a14:foregroundMark x1="9375" y1="25926" x2="15278" y2="21111"/>
                        <a14:foregroundMark x1="15278" y1="21111" x2="23403" y2="19074"/>
                        <a14:foregroundMark x1="23403" y1="19074" x2="38889" y2="22593"/>
                        <a14:foregroundMark x1="38889" y1="22593" x2="42986" y2="22037"/>
                        <a14:foregroundMark x1="7569" y1="26667" x2="39722" y2="20278"/>
                        <a14:foregroundMark x1="39722" y1="20278" x2="36042" y2="24537"/>
                        <a14:foregroundMark x1="36042" y1="24537" x2="26250" y2="24722"/>
                        <a14:foregroundMark x1="8611" y1="30741" x2="12708" y2="24630"/>
                        <a14:foregroundMark x1="12708" y1="24630" x2="27431" y2="18148"/>
                        <a14:foregroundMark x1="27431" y1="18148" x2="39792" y2="21111"/>
                        <a14:foregroundMark x1="39792" y1="21111" x2="42361" y2="26574"/>
                        <a14:foregroundMark x1="42361" y1="26574" x2="39931" y2="47593"/>
                        <a14:foregroundMark x1="39931" y1="47593" x2="35417" y2="50370"/>
                        <a14:foregroundMark x1="35417" y1="50370" x2="4097" y2="52963"/>
                        <a14:foregroundMark x1="4097" y1="52963" x2="764" y2="48241"/>
                        <a14:foregroundMark x1="764" y1="48241" x2="2222" y2="32500"/>
                        <a14:foregroundMark x1="2222" y1="32500" x2="6458" y2="28056"/>
                        <a14:foregroundMark x1="6458" y1="28056" x2="11458" y2="25370"/>
                        <a14:foregroundMark x1="35486" y1="49352" x2="44931" y2="46111"/>
                        <a14:foregroundMark x1="44931" y1="46111" x2="48681" y2="50000"/>
                        <a14:foregroundMark x1="48681" y1="50000" x2="43472" y2="54167"/>
                        <a14:foregroundMark x1="43472" y1="54167" x2="37569" y2="53519"/>
                        <a14:foregroundMark x1="37569" y1="53519" x2="36458" y2="49259"/>
                        <a14:foregroundMark x1="45625" y1="46019" x2="50208" y2="48333"/>
                        <a14:foregroundMark x1="50208" y1="48333" x2="48264" y2="53981"/>
                        <a14:foregroundMark x1="48264" y1="53981" x2="46111" y2="48519"/>
                        <a14:foregroundMark x1="46111" y1="48519" x2="45833" y2="46389"/>
                        <a14:foregroundMark x1="43750" y1="45833" x2="48472" y2="45556"/>
                        <a14:foregroundMark x1="48472" y1="45556" x2="49931" y2="51481"/>
                        <a14:foregroundMark x1="49931" y1="51481" x2="45625" y2="54352"/>
                        <a14:foregroundMark x1="45625" y1="54352" x2="37639" y2="53796"/>
                        <a14:foregroundMark x1="49861" y1="54259" x2="49653" y2="47963"/>
                        <a14:foregroundMark x1="49653" y1="47963" x2="50069" y2="54167"/>
                        <a14:foregroundMark x1="50069" y1="54167" x2="49514" y2="45556"/>
                        <a14:foregroundMark x1="31111" y1="54537" x2="6250" y2="52685"/>
                        <a14:foregroundMark x1="6250" y1="52685" x2="3681" y2="55278"/>
                        <a14:backgroundMark x1="45208" y1="19722" x2="46042" y2="21852"/>
                        <a14:backgroundMark x1="43611" y1="21759" x2="45069" y2="18981"/>
                        <a14:backgroundMark x1="44861" y1="18796" x2="45000" y2="20370"/>
                        <a14:backgroundMark x1="3750" y1="55278" x2="3542" y2="55000"/>
                        <a14:backgroundMark x1="3611" y1="55000" x2="4583" y2="54907"/>
                        <a14:backgroundMark x1="44097" y1="22130" x2="44375" y2="22222"/>
                      </a14:backgroundRemoval>
                    </a14:imgEffect>
                  </a14:imgLayer>
                </a14:imgProps>
              </a:ext>
            </a:extLst>
          </a:blip>
          <a:srcRect t="6029" r="48547" b="44017"/>
          <a:stretch/>
        </p:blipFill>
        <p:spPr>
          <a:xfrm>
            <a:off x="2372497" y="536886"/>
            <a:ext cx="5285530" cy="3671649"/>
          </a:xfrm>
          <a:prstGeom prst="rect">
            <a:avLst/>
          </a:prstGeom>
        </p:spPr>
      </p:pic>
      <p:sp>
        <p:nvSpPr>
          <p:cNvPr id="3" name="TextBox 2">
            <a:extLst>
              <a:ext uri="{FF2B5EF4-FFF2-40B4-BE49-F238E27FC236}">
                <a16:creationId xmlns:a16="http://schemas.microsoft.com/office/drawing/2014/main" id="{07AE1FDF-5071-A1A8-3901-831F35D82677}"/>
              </a:ext>
            </a:extLst>
          </p:cNvPr>
          <p:cNvSpPr txBox="1"/>
          <p:nvPr/>
        </p:nvSpPr>
        <p:spPr>
          <a:xfrm>
            <a:off x="2861187" y="1095437"/>
            <a:ext cx="3910544" cy="2554545"/>
          </a:xfrm>
          <a:prstGeom prst="rect">
            <a:avLst/>
          </a:prstGeom>
          <a:noFill/>
        </p:spPr>
        <p:txBody>
          <a:bodyPr wrap="square" rtlCol="0">
            <a:spAutoFit/>
          </a:bodyPr>
          <a:lstStyle/>
          <a:p>
            <a:r>
              <a:rPr lang="en-US" sz="1600" dirty="0"/>
              <a:t>I’m currently working a management role and me and my whole team are being made redundant next month. There’s an internal role available, which would be a demotion for me, but I still want to apply because I’m qualified. There’s someone else on my team who’s qualified too, though, and I’m afraid my team will think I’m a traitor if I apply and get it. I don’t know what to do.</a:t>
            </a:r>
          </a:p>
        </p:txBody>
      </p:sp>
    </p:spTree>
    <p:extLst>
      <p:ext uri="{BB962C8B-B14F-4D97-AF65-F5344CB8AC3E}">
        <p14:creationId xmlns:p14="http://schemas.microsoft.com/office/powerpoint/2010/main" val="2423143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16760</TotalTime>
  <Words>1006</Words>
  <Application>Microsoft Macintosh PowerPoint</Application>
  <PresentationFormat>Widescreen</PresentationFormat>
  <Paragraphs>56</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Gueorguieva, Emma S</dc:creator>
  <cp:lastModifiedBy>Gueorguieva, Emma S</cp:lastModifiedBy>
  <cp:revision>34</cp:revision>
  <dcterms:created xsi:type="dcterms:W3CDTF">2024-11-21T23:37:57Z</dcterms:created>
  <dcterms:modified xsi:type="dcterms:W3CDTF">2024-12-03T14:58:01Z</dcterms:modified>
</cp:coreProperties>
</file>